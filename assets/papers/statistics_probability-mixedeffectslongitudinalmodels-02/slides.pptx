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Mixed Effects Longitudinal Models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Statistics &amp; Probability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Mixed Effects Longitudinal Models.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Breslow et al. (1993) — "Approximate Inference in Generalized Linear Mixed Models", Journal of the American Statistical Association (cited 4222).</a:t>
            </a:r>
          </a:p>
          <a:p>
            <a:pPr>
              <a:defRPr sz="1600"/>
            </a:pPr>
            <a:r>
              <a:t>Singer (1998) — "Using SAS PROC MIXED to Fit Multilevel Models, Hierarchical Models, and Individual Growth Models", Journal of Educational and Behavioral Statistics (cited 2715).</a:t>
            </a:r>
          </a:p>
          <a:p>
            <a:pPr>
              <a:defRPr sz="1600"/>
            </a:pPr>
            <a:r>
              <a:t>Harman et al. (2001) — "Longitudinal Effects of Aging on Serum Total and Free Testosterone Levels in Healthy Men", The Journal of Clinical Endocrinology &amp; Metabolism (cited 2690).</a:t>
            </a:r>
          </a:p>
          <a:p>
            <a:pPr>
              <a:defRPr sz="1600"/>
            </a:pPr>
            <a:r>
              <a:t>Fox (2008) — "Applied Regression Analysis and Generalized Linear Models" (cited 2112).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Mixed Effects Longitudinal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