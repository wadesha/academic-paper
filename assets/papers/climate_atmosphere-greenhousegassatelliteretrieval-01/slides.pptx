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Greenhouse Gas Satellite Retrieval: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Greenhouse Gas Satellite Retrieval.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Inness et al. (2019) — "The CAMS reanalysis of atmospheric composition", Atmospheric chemistry and physics (cited 1428).</a:t>
            </a:r>
          </a:p>
          <a:p>
            <a:pPr>
              <a:defRPr sz="1600"/>
            </a:pPr>
            <a:r>
              <a:t>Yokota et al. (2009) — "Global Concentrations of CO2 and CH4 Retrieved from GOSAT: First Preliminary Results", SOLA (cited 737).</a:t>
            </a:r>
          </a:p>
          <a:p>
            <a:pPr>
              <a:defRPr sz="1600"/>
            </a:pPr>
            <a:r>
              <a:t>Joiner et al. (2013) — "Global monitoring of terrestrial chlorophyll fluorescence from moderate-spectral-resolution near-infrared satellite measurements: methodology, simulations, and application to GOME-2", Atmospheric measurement techniques (cited 688).</a:t>
            </a:r>
          </a:p>
          <a:p>
            <a:pPr>
              <a:defRPr sz="1600"/>
            </a:pPr>
            <a:r>
              <a:t>O’Dell et al. (2012) — "The ACOS CO &lt;sub&gt;2&lt;/sub&gt; retrieval algorithm – Part 1: Description and validation against synthetic observations", Atmospheric measurement techniques (cited 662).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Greenhouse Gas Satellite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