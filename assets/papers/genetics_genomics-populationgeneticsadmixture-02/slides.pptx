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Population Genetics Admixture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Population Genetics Admixture.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Raj et al. (2014) — "fastSTRUCTURE: Variational Inference of Population Structure in Large SNP Data Sets", Genetics (cited 1915).</a:t>
            </a:r>
          </a:p>
          <a:p>
            <a:pPr>
              <a:defRPr sz="1600"/>
            </a:pPr>
            <a:r>
              <a:t>Alexander et al. (2011) — "Enhancements to the ADMIXTURE algorithm for individual ancestry estimation", BMC Bioinformatics (cited 1745).</a:t>
            </a:r>
          </a:p>
          <a:p>
            <a:pPr>
              <a:defRPr sz="1600"/>
            </a:pPr>
            <a:r>
              <a:t>Corander et al. (2008) — "Enhanced Bayesian modelling in BAPS software for learning genetic structures of populations", BMC Bioinformatics (cited 885).</a:t>
            </a:r>
          </a:p>
          <a:p>
            <a:pPr>
              <a:defRPr sz="1600"/>
            </a:pPr>
            <a:r>
              <a:t>Beall (2007) — "Two routes to functional adaptation: Tibetan and Andean high-altitude natives", Proceedings of the National Academy of Sciences (cited 827).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Population Genetics Admixture.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