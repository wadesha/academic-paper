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Green Chemistry Sustainable Synthesis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Chemistry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Green Chemistry Sustainable Synthesis.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Gallezot (2011) — "Conversion of biomass to selected chemical products", Chemical Society Reviews (cited 2530).</a:t>
            </a:r>
          </a:p>
          <a:p>
            <a:pPr>
              <a:defRPr sz="1600"/>
            </a:pPr>
            <a:r>
              <a:t>Narayanan et al. (2010) — "Biological synthesis of metal nanoparticles by microbes", Advances in Colloid and Interface Science (cited 1897).</a:t>
            </a:r>
          </a:p>
          <a:p>
            <a:pPr>
              <a:defRPr sz="1600"/>
            </a:pPr>
            <a:r>
              <a:t>Graham et al. (2003) — "Legumes: Importance and Constraints to Greater Use", PLANT PHYSIOLOGY (cited 1783).</a:t>
            </a:r>
          </a:p>
          <a:p>
            <a:pPr>
              <a:defRPr sz="1600"/>
            </a:pPr>
            <a:r>
              <a:t>Sheldon et al. (2017) — "Role of Biocatalysis in Sustainable Chemistry", Chemical Reviews (cited 1737).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Green Chemistry Sustainable Synthesis.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