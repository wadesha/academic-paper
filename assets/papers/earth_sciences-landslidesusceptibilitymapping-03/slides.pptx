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Landslide Susceptibility Mapping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Landslide Susceptibility Mapping.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Guzzetti et al. (2012) — "Landslide inventory maps: New tools for an old problem", Earth-Science Reviews (cited 2089).</a:t>
            </a:r>
          </a:p>
          <a:p>
            <a:pPr>
              <a:defRPr sz="1600"/>
            </a:pPr>
            <a:r>
              <a:t>Ayalew et al. (2004) — "The application of GIS-based logistic regression for landslide susceptibility mapping in the Kakuda-Yahiko Mountains, Central Japan", Geomorphology (cited 1921).</a:t>
            </a:r>
          </a:p>
          <a:p>
            <a:pPr>
              <a:defRPr sz="1600"/>
            </a:pPr>
            <a:r>
              <a:t>Fell et al. (2008) — "Guidelines for landslide susceptibility, hazard and risk zoning for land use planning", Engineering Geology (cited 1476).</a:t>
            </a:r>
          </a:p>
          <a:p>
            <a:pPr>
              <a:defRPr sz="1600"/>
            </a:pPr>
            <a:r>
              <a:t>Bui et al. (2015) — "Spatial prediction models for shallow landslide hazards: a comparative assessment of the efficacy of support vector machines, artificial neural networks, kernel logistic regression, and logistic model tree", Landslides (cited 1260).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Landslide Susceptibility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