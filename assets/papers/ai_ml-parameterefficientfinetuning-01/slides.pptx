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t>Efficient Parameter Efficient Fine Tuning: A Resource-Aware Approach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t>Computer Science — Artificial Intelligence &amp; Machine Learning</a:t>
            </a:r>
          </a:p>
          <a:p>
            <a:r>
              <a:t>References real (OpenAlex/arXiv); experiments illustrative.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Motivation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defRPr sz="1600"/>
            </a:pPr>
            <a:r>
              <a:t>Focus area: Parameter Efficient Fine Tuning.</a:t>
            </a:r>
          </a:p>
          <a:p>
            <a:pPr>
              <a:defRPr sz="1600"/>
            </a:pPr>
            <a:r>
              <a:t>Targets a concrete gap from recent, real literature.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Related Work (real literature)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defRPr sz="1600"/>
            </a:pPr>
            <a:r>
              <a:t>Kang et al. (2019) — "MetaBAT 2: an adaptive binning algorithm for robust and efficient genome reconstruction from metagenome assemblies", PeerJ (cited 3998).</a:t>
            </a:r>
          </a:p>
          <a:p>
            <a:pPr>
              <a:defRPr sz="1600"/>
            </a:pPr>
            <a:r>
              <a:t>Vanholme et al. (2010) — "Lignin Biosynthesis and Structure", PLANT PHYSIOLOGY (cited 2626).</a:t>
            </a:r>
          </a:p>
          <a:p>
            <a:pPr>
              <a:defRPr sz="1600"/>
            </a:pPr>
            <a:r>
              <a:t>Molchanov et al. (2016) — "Pruning Convolutional Neural Networks for Resource Efficient Inference", arXiv (Cornell University) (cited 1208).</a:t>
            </a:r>
          </a:p>
          <a:p>
            <a:pPr>
              <a:defRPr sz="1600"/>
            </a:pPr>
            <a:r>
              <a:t>Wu et al. (2018) — "A Light CNN for Deep Face Representation With Noisy Labels", IEEE Transactions on Information Forensics and Security (cited 1154).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Method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defRPr sz="1600"/>
            </a:pPr>
            <a:r>
              <a:t>We reduce the dominant computational cost via adaptive resource allocation, activating only the components needed per input.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Results (Illustrative)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defRPr sz="1600"/>
            </a:pPr>
            <a:r>
              <a:t>Baseline metric 0.812 (1.00x)</a:t>
            </a:r>
          </a:p>
          <a:p>
            <a:pPr>
              <a:defRPr sz="1600"/>
            </a:pPr>
            <a:r>
              <a:t>Ours metric 0.851 (0.71x efficiency)</a:t>
            </a:r>
          </a:p>
          <a:p>
            <a:pPr>
              <a:defRPr sz="1600"/>
            </a:pPr>
            <a:r>
              <a:t>Metrics simulated to illustrate intent.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Conclusion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defRPr sz="1600"/>
            </a:pPr>
            <a:r>
              <a:t>A real literature connected to a concrete method for Parameter Efficient Fine Tuning.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