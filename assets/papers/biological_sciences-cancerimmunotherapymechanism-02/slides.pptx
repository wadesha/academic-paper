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Cancer Immunotherapy Mechanism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Biological Sciences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Cancer Immunotherapy Mechanism.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Pardoll (2012) — "The blockade of immune checkpoints in cancer immunotherapy", Nature reviews. Cancer (cited 13837).</a:t>
            </a:r>
          </a:p>
          <a:p>
            <a:pPr>
              <a:defRPr sz="1600"/>
            </a:pPr>
            <a:r>
              <a:t>Ribas et al. (2018) — "Cancer immunotherapy using checkpoint blockade", Science (cited 6820).</a:t>
            </a:r>
          </a:p>
          <a:p>
            <a:pPr>
              <a:defRPr sz="1600"/>
            </a:pPr>
            <a:r>
              <a:t>Jiang et al. (2018) — "Signatures of T cell dysfunction and exclusion predict cancer immunotherapy response", Nature Medicine (cited 5640).</a:t>
            </a:r>
          </a:p>
          <a:p>
            <a:pPr>
              <a:defRPr sz="1600"/>
            </a:pPr>
            <a:r>
              <a:t>Sharma et al. (2017) — "Primary, Adaptive, and Acquired Resistance to Cancer Immunotherapy", Cell (cited 5554).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Cancer Immunotherapy Mechanism.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