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Transcriptome Expression Quantitative Trait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Genetics &amp; Genomics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Transcriptome Expression Quantitative Trait.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Võsa et al. (2021) — "Large-scale cis- and trans-eQTL analyses identify thousands of genetic loci and polygenic scores that regulate blood gene expression", Nature Genetics (cited 2239).</a:t>
            </a:r>
          </a:p>
          <a:p>
            <a:pPr>
              <a:defRPr sz="1600"/>
            </a:pPr>
            <a:r>
              <a:t>Schadt et al. (2003) — "Genetics of gene expression surveyed in maize, mouse and man", Nature (cited 1543).</a:t>
            </a:r>
          </a:p>
          <a:p>
            <a:pPr>
              <a:defRPr sz="1600"/>
            </a:pPr>
            <a:r>
              <a:t>Pickrell et al. (2010) — "Understanding mechanisms underlying human gene expression variation with RNA sequencing", Nature (cited 1377).</a:t>
            </a:r>
          </a:p>
          <a:p>
            <a:pPr>
              <a:defRPr sz="1600"/>
            </a:pPr>
            <a:r>
              <a:t>Wild (2012) — "The exposome: from concept to utility", International Journal of Epidemiology (cited 1369).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Transcriptome Expression Quantitative Trait.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