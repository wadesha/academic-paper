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Serverless Computing Scheduling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Serverless Computing Scheduling.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Walia et al. (2023) — "AI-Empowered Fog/Edge Resource Management for IoT Applications: A Comprehensive Review, Research Challenges, and Future Perspectives", IEEE Communications Surveys &amp; Tutorials (cited 249).</a:t>
            </a:r>
          </a:p>
          <a:p>
            <a:pPr>
              <a:defRPr sz="1600"/>
            </a:pPr>
            <a:r>
              <a:t>Li et al. (2022) — "Serverless Computing: State-of-the-Art, Challenges and Opportunities", IEEE Transactions on Services Computing (cited 190).</a:t>
            </a:r>
          </a:p>
          <a:p>
            <a:pPr>
              <a:defRPr sz="1600"/>
            </a:pPr>
            <a:r>
              <a:t>Rausch et al. (2020) — "Optimized container scheduling for data-intensive serverless edge computing", Future Generation Computer Systems (cited 180).</a:t>
            </a:r>
          </a:p>
          <a:p>
            <a:pPr>
              <a:defRPr sz="1600"/>
            </a:pPr>
            <a:r>
              <a:t>Xie et al. (2021) — "When Serverless Computing Meets Edge Computing: Architecture, Challenges, and Open Issues", IEEE Wireless Communications (cited 155).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Serverless Computing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