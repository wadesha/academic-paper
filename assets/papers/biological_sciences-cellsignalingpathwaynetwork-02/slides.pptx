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Cell Signaling Pathway Network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Cell Signaling Pathway Network.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Jin et al. (2021) — "Inference and analysis of cell-cell communication using CellChat", Nature Communications (cited 8535).</a:t>
            </a:r>
          </a:p>
          <a:p>
            <a:pPr>
              <a:defRPr sz="1600"/>
            </a:pPr>
            <a:r>
              <a:t>Massagué (1998) — "TGF-β SIGNAL TRANSDUCTION", Annual Review of Biochemistry (cited 7574).</a:t>
            </a:r>
          </a:p>
          <a:p>
            <a:pPr>
              <a:defRPr sz="1600"/>
            </a:pPr>
            <a:r>
              <a:t>Jiang et al. (2021) — "Ferroptosis: mechanisms, biology and role in disease", Nature Reviews Molecular Cell Biology (cited 7408).</a:t>
            </a:r>
          </a:p>
          <a:p>
            <a:pPr>
              <a:defRPr sz="1600"/>
            </a:pPr>
            <a:r>
              <a:t>Yarden et al. (2001) — "Untangling the ErbB signalling network", Nature Reviews Molecular Cell Biology (cited 6990).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Cell Signaling Pathway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