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Groundwater Contamination Modeling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Groundwater Contamination Modeling.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Meharg et al. (2002) — "Arsenic Contamination of Bangladesh Paddy Field Soils:  Implications for Rice Contribution to Arsenic Consumption", Environmental Science &amp; Technology (cited 1013).</a:t>
            </a:r>
          </a:p>
          <a:p>
            <a:pPr>
              <a:defRPr sz="1600"/>
            </a:pPr>
            <a:r>
              <a:t>Xue et al. (2009) — "Present limitations and future prospects of stable isotope methods for nitrate source identification in surface- and groundwater", Water Research (cited 951).</a:t>
            </a:r>
          </a:p>
          <a:p>
            <a:pPr>
              <a:defRPr sz="1600"/>
            </a:pPr>
            <a:r>
              <a:t>Hounslow (1995) — "Water Quality Data: Analysis and Interpretation", Medical Entomology and Zoology (cited 910).</a:t>
            </a:r>
          </a:p>
          <a:p>
            <a:pPr>
              <a:defRPr sz="1600"/>
            </a:pPr>
            <a:r>
              <a:t>Rodríguez‐Lado et al. (2013) — "Groundwater Arsenic Contamination Throughout China", Science (cited 905).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Groundwater Contamination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