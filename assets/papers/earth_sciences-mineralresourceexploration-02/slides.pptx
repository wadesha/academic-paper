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Mineral Resource Exploration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Earth Sciences — Geology &amp; Geophysics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Mineral Resource Exploration.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Glover et al. (1997) — "Tabu Search" (cited 5713).</a:t>
            </a:r>
          </a:p>
          <a:p>
            <a:pPr>
              <a:defRPr sz="1600"/>
            </a:pPr>
            <a:r>
              <a:t>Prior work (2011) — "An Introduction to Applied and Environmental Geophysics", Preview (cited 2692).</a:t>
            </a:r>
          </a:p>
          <a:p>
            <a:pPr>
              <a:defRPr sz="1600"/>
            </a:pPr>
            <a:r>
              <a:t>Epanechnikov (1969) — "Non-Parametric Estimation of a Multivariate Probability Density", Theory of Probability and Its Applications (cited 1838).</a:t>
            </a:r>
          </a:p>
          <a:p>
            <a:pPr>
              <a:defRPr sz="1600"/>
            </a:pPr>
            <a:r>
              <a:t>Kesler et al. (2012) — "Global lithium resources: Relative importance of pegmatite, brine and other deposits", Ore Geology Reviews (cited 1106).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Mineral Resource Exploration.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