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Plate Tectonics Subduction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Plate Tectonics Subduction.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Taylor et al. (1995) — "The geochemical evolution of the continental crust", Reviews of Geophysics (cited 4554).</a:t>
            </a:r>
          </a:p>
          <a:p>
            <a:pPr>
              <a:defRPr sz="1600"/>
            </a:pPr>
            <a:r>
              <a:t>Tapponnier et al. (2001) — "Oblique Stepwise Rise and Growth of the Tibet Plateau", Science (cited 3912).</a:t>
            </a:r>
          </a:p>
          <a:p>
            <a:pPr>
              <a:defRPr sz="1600"/>
            </a:pPr>
            <a:r>
              <a:t>Şengör et al. (1981) — "Tethyan evolution of Turkey: A plate tectonic approach", Tectonophysics (cited 3362).</a:t>
            </a:r>
          </a:p>
          <a:p>
            <a:pPr>
              <a:defRPr sz="1600"/>
            </a:pPr>
            <a:r>
              <a:t>Pearce et al. (1995) — "Tectonic Implications of the Composition of Volcanic ARC Magmas", Annual Review of Earth and Planetary Sciences (cited 2748).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Plate Tectonics Subduction.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