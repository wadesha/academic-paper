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Side Channel Attack Mitigation: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Side Channel Attack Mitigation.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Osvik et al. (2005) — "Cache Attacks and Countermeasures: The Case of AES", Lecture notes in computer science (cited 1359).</a:t>
            </a:r>
          </a:p>
          <a:p>
            <a:pPr>
              <a:defRPr sz="1600"/>
            </a:pPr>
            <a:r>
              <a:t>Agrawal et al. (2007) — "Trojan Detection using IC Fingerprinting" (cited 781).</a:t>
            </a:r>
          </a:p>
          <a:p>
            <a:pPr>
              <a:defRPr sz="1600"/>
            </a:pPr>
            <a:r>
              <a:t>Kamibayashi et al. (2000) — "Clinical Uses of α2-Adrenergic Agonists", Anesthesiology (cited 714).</a:t>
            </a:r>
          </a:p>
          <a:p>
            <a:pPr>
              <a:defRPr sz="1600"/>
            </a:pPr>
            <a:r>
              <a:t>Tromer et al. (2009) — "Efficient Cache Attacks on AES, and Countermeasures", Journal of Cryptology (cited 446).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Side Channel Attack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