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Multiple Hypothesis Testing False Discovery: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Multiple Hypothesis Testing False Discovery.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Storey et al. (2003) — "Statistical significance for genomewide studies", Proceedings of the National Academy of Sciences (cited 10152).</a:t>
            </a:r>
          </a:p>
          <a:p>
            <a:pPr>
              <a:defRPr sz="1600"/>
            </a:pPr>
            <a:r>
              <a:t>Storey (2002) — "A Direct Approach to False Discovery Rates", Journal of the Royal Statistical Society Series B (Statistical Methodology) (cited 5815).</a:t>
            </a:r>
          </a:p>
          <a:p>
            <a:pPr>
              <a:defRPr sz="1600"/>
            </a:pPr>
            <a:r>
              <a:t>Genovese et al. (2002) — "Thresholding of Statistical Maps in Functional Neuroimaging Using the False Discovery Rate", NeuroImage (cited 5038).</a:t>
            </a:r>
          </a:p>
          <a:p>
            <a:pPr>
              <a:defRPr sz="1600"/>
            </a:pPr>
            <a:r>
              <a:t>Anderson (2008) — "Multiple Inference and Gender Differences in the Effects of Early Intervention: A Reevaluation of the Abecedarian, Perry Preschool, and Early Training Projects", Journal of the American Statistical Association (cited 2396).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Multiple Hypothesis Testing False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