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Graph Neural Network Representation Learning: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Graph Neural Network Representation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Wang et al. (2019) — "Dynamic Graph CNN for Learning on Point Clouds", ACM Transactions on Graphics (cited 6835).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Wang et al. (2019) — "Heterogeneous Graph Attention Network" (cited 2911).</a:t>
            </a:r>
          </a:p>
          <a:p>
            <a:pPr>
              <a:defRPr sz="1600"/>
            </a:pPr>
            <a:r>
              <a:t>Xie et al. (2018) — "Crystal Graph Convolutional Neural Networks for an Accurate and Interpretable Prediction of Material Properties", Physical Review Letters (cited 2727).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Graph Neural Network Representation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