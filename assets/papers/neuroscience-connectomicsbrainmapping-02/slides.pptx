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Connectomics Brain Mapping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Connectomics Brain Mapping.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Gordon et al. (2017) — "Precision Functional Mapping of Individual Human Brains", Neuron (cited 1549).</a:t>
            </a:r>
          </a:p>
          <a:p>
            <a:pPr>
              <a:defRPr sz="1600"/>
            </a:pPr>
            <a:r>
              <a:t>Yeh et al. (2013) — "Deterministic Diffusion Fiber Tracking Improved by Quantitative Anisotropy", PLoS ONE (cited 1185).</a:t>
            </a:r>
          </a:p>
          <a:p>
            <a:pPr>
              <a:defRPr sz="1600"/>
            </a:pPr>
            <a:r>
              <a:t>Smith et al. (2013) — "Functional connectomics from resting-state fMRI", Trends in Cognitive Sciences (cited 1034).</a:t>
            </a:r>
          </a:p>
          <a:p>
            <a:pPr>
              <a:defRPr sz="1600"/>
            </a:pPr>
            <a:r>
              <a:t>Fornito et al. (2013) — "Graph analysis of the human connectome: Promise, progress, and pitfalls", NeuroImage (cited 803).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Connectomics Brain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