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Evolutionary Genomics Selection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Evolutionary Genomics Selection.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Gerlinger et al. (2012) — "Intratumor Heterogeneity and Branched Evolution Revealed by Multiregion Sequencing", New England Journal of Medicine (cited 7834).</a:t>
            </a:r>
          </a:p>
          <a:p>
            <a:pPr>
              <a:defRPr sz="1600"/>
            </a:pPr>
            <a:r>
              <a:t>Cormack et al. (1990) — "Principles of Population Genetics.", Biometrics (cited 5358).</a:t>
            </a:r>
          </a:p>
          <a:p>
            <a:pPr>
              <a:defRPr sz="1600"/>
            </a:pPr>
            <a:r>
              <a:t>Lynch et al. (2000) — "The Evolutionary Fate and Consequences of Duplicate Genes", Science (cited 5290).</a:t>
            </a:r>
          </a:p>
          <a:p>
            <a:pPr>
              <a:defRPr sz="1600"/>
            </a:pPr>
            <a:r>
              <a:t>Green et al. (2010) — "A Draft Sequence of the Neandertal Genome", Science (cited 4587).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Evolutionary Genomics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