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Structural Variant Detection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Structural Variant Detection.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Manolio et al. (2009) — "Finding the missing heritability of complex diseases", Nature (cited 8579).</a:t>
            </a:r>
          </a:p>
          <a:p>
            <a:pPr>
              <a:defRPr sz="1600"/>
            </a:pPr>
            <a:r>
              <a:t>Chen et al. (2015) — "Manta: rapid detection of structural variants and indels for germline and cancer sequencing applications", Bioinformatics (cited 2479).</a:t>
            </a:r>
          </a:p>
          <a:p>
            <a:pPr>
              <a:defRPr sz="1600"/>
            </a:pPr>
            <a:r>
              <a:t>Cheng et al. (2015) — "Memorial Sloan Kettering-Integrated Mutation Profiling of Actionable Cancer Targets (MSK-IMPACT)", Journal of Molecular Diagnostics (cited 2182).</a:t>
            </a:r>
          </a:p>
          <a:p>
            <a:pPr>
              <a:defRPr sz="1600"/>
            </a:pPr>
            <a:r>
              <a:t>Ye et al. (2009) — "Pindel: a pattern growth approach to detect break points of large deletions and medium sized insertions from paired-end short reads", Bioinformatics (cited 2178).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Structural Variant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