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Battery Electrolyte Design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Battery Electrolyte Design.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Goodenough et al. (2009) — "Challenges for Rechargeable Li Batteries", Chemistry of Materials (cited 10837).</a:t>
            </a:r>
          </a:p>
          <a:p>
            <a:pPr>
              <a:defRPr sz="1600"/>
            </a:pPr>
            <a:r>
              <a:t>Aricò et al. (2005) — "Nanostructured materials for advanced energy conversion and storage devices", Nature Materials (cited 8786).</a:t>
            </a:r>
          </a:p>
          <a:p>
            <a:pPr>
              <a:defRPr sz="1600"/>
            </a:pPr>
            <a:r>
              <a:t>Hwang et al. (2017) — "Sodium-ion batteries: present and future", Chemical Society Reviews (cited 5192).</a:t>
            </a:r>
          </a:p>
          <a:p>
            <a:pPr>
              <a:defRPr sz="1600"/>
            </a:pPr>
            <a:r>
              <a:t>Conway (2013) — "Electrochemical Supercapacitors : Scientific Fundamentals and Technological Applications", CERN Document Server (European Organization for Nuclear Research) (cited 5031).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Battery Electrolyte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