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Ocean Heat Content Trend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Climate &amp; Atmospheric Science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Ocean Heat Content Trend.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Workman et al. (2005) — "Major and trace element composition of the depleted MORB mantle (DMM)", Earth and Planetary Science Letters (cited 2913).</a:t>
            </a:r>
          </a:p>
          <a:p>
            <a:pPr>
              <a:defRPr sz="1600"/>
            </a:pPr>
            <a:r>
              <a:t>Schott et al. (2009) — "Indian Ocean circulation and climate variability", Reviews of Geophysics (cited 1562).</a:t>
            </a:r>
          </a:p>
          <a:p>
            <a:pPr>
              <a:defRPr sz="1600"/>
            </a:pPr>
            <a:r>
              <a:t>Levitus et al. (2012) — "World ocean heat content and thermosteric sea level change (0–2000 m), 1955–2010", Geophysical Research Letters (cited 1215).</a:t>
            </a:r>
          </a:p>
          <a:p>
            <a:pPr>
              <a:defRPr sz="1600"/>
            </a:pPr>
            <a:r>
              <a:t>Balmaseda et al. (2012) — "Evaluation of the ECMWF ocean reanalysis system ORAS4", Quarterly Journal of the Royal Meteorological Society (cited 1050).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Ocean Heat Content Trend.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