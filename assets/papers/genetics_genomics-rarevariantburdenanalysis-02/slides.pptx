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Rare Variant Burden Analysis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Rare Variant Burden Analysis.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Wild (2005) — "Complementing the Genome with an “Exposome”: The Outstanding Challenge of Environmental Exposure Measurement in Molecular Epidemiology", Cancer Epidemiology Biomarkers &amp; Prevention (cited 2482).</a:t>
            </a:r>
          </a:p>
          <a:p>
            <a:pPr>
              <a:defRPr sz="1600"/>
            </a:pPr>
            <a:r>
              <a:t>Rinella et al. (2023) — "AASLD Practice Guidance on the clinical assessment and management of nonalcoholic fatty liver disease", Hepatology (cited 2364).</a:t>
            </a:r>
          </a:p>
          <a:p>
            <a:pPr>
              <a:defRPr sz="1600"/>
            </a:pPr>
            <a:r>
              <a:t>Planchard et al. (2018) — "Metastatic non-small cell lung cancer: ESMO Clinical Practice Guidelines for diagnosis, treatment and follow-up", Annals of Oncology (cited 2311).</a:t>
            </a:r>
          </a:p>
          <a:p>
            <a:pPr>
              <a:defRPr sz="1600"/>
            </a:pPr>
            <a:r>
              <a:t>Pinto et al. (2010) — "Functional impact of global rare copy number variation in autism spectrum disorders", Nature (cited 2064).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Rare Variant Burden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