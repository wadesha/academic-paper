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Extreme Weather Attribution: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Extreme Weather Attribution.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Epanechnikov (1969) — "Non-Parametric Estimation of a Multivariate Probability Density", Theory of Probability and Its Applications (cited 1838).</a:t>
            </a:r>
          </a:p>
          <a:p>
            <a:pPr>
              <a:defRPr sz="1600"/>
            </a:pPr>
            <a:r>
              <a:t>Fischer et al. (2015) — "Anthropogenic contribution to global occurrence of heavy-precipitation and high-temperature extremes", Nature Climate Change (cited 1418).</a:t>
            </a:r>
          </a:p>
          <a:p>
            <a:pPr>
              <a:defRPr sz="1600"/>
            </a:pPr>
            <a:r>
              <a:t>Trenberth et al. (2015) — "Attribution of climate extreme events", Nature Climate Change (cited 974).</a:t>
            </a:r>
          </a:p>
          <a:p>
            <a:pPr>
              <a:defRPr sz="1600"/>
            </a:pPr>
            <a:r>
              <a:t>Guthrie (1993) — "Faces &lt;i&gt;in the&lt;/i&gt; Clouds" (cited 905).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Extreme Weather Attribution.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