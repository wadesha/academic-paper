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Ice Sheet Mass Balance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Ice Sheet Mass Balance.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Paterson et al. (1969) — "The Physics of Glaciers" (cited 3360).</a:t>
            </a:r>
          </a:p>
          <a:p>
            <a:pPr>
              <a:defRPr sz="1600"/>
            </a:pPr>
            <a:r>
              <a:t>Screen et al. (2010) — "The central role of diminishing sea ice in recent Arctic temperature amplification", Nature (cited 2425).</a:t>
            </a:r>
          </a:p>
          <a:p>
            <a:pPr>
              <a:defRPr sz="1600"/>
            </a:pPr>
            <a:r>
              <a:t>Lefsky et al. (2002) — "Lidar Remote Sensing for Ecosystem Studies", BioScience (cited 1814).</a:t>
            </a:r>
          </a:p>
          <a:p>
            <a:pPr>
              <a:defRPr sz="1600"/>
            </a:pPr>
            <a:r>
              <a:t>Rignot et al. (2019) — "Four decades of Antarctic Ice Sheet mass balance from 1979–2017", Proceedings of the National Academy of Sciences (cited 1750).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Ice Sheet Mass 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