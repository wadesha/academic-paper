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Kernel Scheduling Data Center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Kernel Scheduling Data Center.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Cheng (2010) — "Programming Massively Parallel Processors. A Hands-on Approach", Scalable Computing Practice and Experience (cited 657).</a:t>
            </a:r>
          </a:p>
          <a:p>
            <a:pPr>
              <a:defRPr sz="1600"/>
            </a:pPr>
            <a:r>
              <a:t>Sharma et al. (2004) — "Power-aware QoS management in Web servers" (cited 216).</a:t>
            </a:r>
          </a:p>
          <a:p>
            <a:pPr>
              <a:defRPr sz="1600"/>
            </a:pPr>
            <a:r>
              <a:t>Lim et al. (2009) — "MDCSim: A multi-tier data center simulation, platform" (cited 161).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Kernel Scheduling Data Center.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