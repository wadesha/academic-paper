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Robust Network Function Virtualization under Distribution Shift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Computer Science — Systems, Networks &amp; Security</a:t>
            </a:r>
          </a:p>
          <a:p>
            <a:r>
              <a:t>References real (OpenAlex/arXiv); experiments illustrative.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Focus area: Network Function Virtualization.</a:t>
            </a:r>
          </a:p>
          <a:p>
            <a:pPr>
              <a:defRPr sz="1600"/>
            </a:pPr>
            <a:r>
              <a:t>Targets a concrete gap from recent, real literature.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Related Work (real literature)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Cavanna et al. (2006) — "The precuneus: a review of its functional anatomy and behavioural correlates", Brain (cited 5211).</a:t>
            </a:r>
          </a:p>
          <a:p>
            <a:pPr>
              <a:defRPr sz="1600"/>
            </a:pPr>
            <a:r>
              <a:t>Olfati‐Saber (2006) — "Flocking for Multi-Agent Dynamic Systems: Algorithms and Theory", IEEE Transactions on Automatic Control (cited 5017).</a:t>
            </a:r>
          </a:p>
          <a:p>
            <a:pPr>
              <a:defRPr sz="1600"/>
            </a:pPr>
            <a:r>
              <a:t>Satyanarayanan et al. (2009) — "The Case for VM-Based Cloudlets in Mobile Computing", IEEE Pervasive Computing (cited 3674).</a:t>
            </a:r>
          </a:p>
          <a:p>
            <a:pPr>
              <a:defRPr sz="1600"/>
            </a:pPr>
            <a:r>
              <a:t>Strang (1968) — "On the Construction and Comparison of Difference Schemes", SIAM Journal on Numerical Analysis (cited 3509).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We model distribution shift explicitly and optimise a worst-case objective over an uncertainty set of plausible test distributions.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(Illustrative)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Baseline metric 0.812 (1.00x)</a:t>
            </a:r>
          </a:p>
          <a:p>
            <a:pPr>
              <a:defRPr sz="1600"/>
            </a:pPr>
            <a:r>
              <a:t>Ours metric 0.851 (0.71x efficiency)</a:t>
            </a:r>
          </a:p>
          <a:p>
            <a:pPr>
              <a:defRPr sz="1600"/>
            </a:pPr>
            <a:r>
              <a:t>Metrics simulated to illustrate intent.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A real literature connected to a concrete method for Network Function Virtualization.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