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Computational Drug Discovery Docking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Computational Drug Discovery Docking.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Kitchen et al. (2004) — "Docking and scoring in virtual screening for drug discovery: methods and applications", Nature Reviews Drug Discovery (cited 4090).</a:t>
            </a:r>
          </a:p>
          <a:p>
            <a:pPr>
              <a:defRPr sz="1600"/>
            </a:pPr>
            <a:r>
              <a:t>Ferreira et al. (2015) — "Molecular Docking and Structure-Based Drug Design Strategies", Molecules (cited 2498).</a:t>
            </a:r>
          </a:p>
          <a:p>
            <a:pPr>
              <a:defRPr sz="1600"/>
            </a:pPr>
            <a:r>
              <a:t>Zoete et al. (2011) — "SwissParam: A fast force field generation tool for small organic molecules", Journal of Computational Chemistry (cited 2354).</a:t>
            </a:r>
          </a:p>
          <a:p>
            <a:pPr>
              <a:defRPr sz="1600"/>
            </a:pPr>
            <a:r>
              <a:t>Sliwoski et al. (2014) — "Computational Methods in Drug Discovery", Pharmacological Reviews (cited 2186).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Computational Drug Discovery Docking.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