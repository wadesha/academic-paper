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Biodiversity Loss Species Distribution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Environmental Science &amp; Ecology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Biodiversity Loss Species Distribution.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Olson et al. (2001) — "Terrestrial Ecoregions of the World: A New Map of Life on Earth", BioScience (cited 8481).</a:t>
            </a:r>
          </a:p>
          <a:p>
            <a:pPr>
              <a:defRPr sz="1600"/>
            </a:pPr>
            <a:r>
              <a:t>Hooper et al. (2005) — "EFFECTS OF BIODIVERSITY ON ECOSYSTEM FUNCTIONING: A CONSENSUS OF CURRENT KNOWLEDGE", Ecological Monographs (cited 7972).</a:t>
            </a:r>
          </a:p>
          <a:p>
            <a:pPr>
              <a:defRPr sz="1600"/>
            </a:pPr>
            <a:r>
              <a:t>Ribeiro et al. (2009) — "The Brazilian Atlantic Forest: How much is left, and how is the remaining forest distributed? Implications for conservation", Biological Conservation (cited 4267).</a:t>
            </a:r>
          </a:p>
          <a:p>
            <a:pPr>
              <a:defRPr sz="1600"/>
            </a:pPr>
            <a:r>
              <a:t>McKinney (2002) — "Urbanization, Biodiversity, and Conservation", BioScience (cited 3633).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Biodiversity Loss Species Distribution.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