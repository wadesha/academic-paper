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Earthquake Early Warning Machine Learning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Earthquake Early Warning Machine Learning.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Kong et al. (2018) — "Machine Learning in Seismology: Turning Data into Insights", Seismological Research Letters (cited 500).</a:t>
            </a:r>
          </a:p>
          <a:p>
            <a:pPr>
              <a:defRPr sz="1600"/>
            </a:pPr>
            <a:r>
              <a:t>Li et al. (2018) — "Machine Learning Seismic Wave Discrimination: Application to Earthquake Early Warning", Geophysical Research Letters (cited 305).</a:t>
            </a:r>
          </a:p>
          <a:p>
            <a:pPr>
              <a:defRPr sz="1600"/>
            </a:pPr>
            <a:r>
              <a:t>Mousavi et al. (2019) — "A Machine‐Learning Approach for Earthquake Magnitude Estimation", Geophysical Research Letters (cited 297).</a:t>
            </a:r>
          </a:p>
          <a:p>
            <a:pPr>
              <a:defRPr sz="1600"/>
            </a:pPr>
            <a:r>
              <a:t>Khan et al. (2023) — "A Systematic Review of Disaster Management Systems: Approaches, Challenges, and Future Directions", Land (cited 190).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Earthquake Early Warning Machine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