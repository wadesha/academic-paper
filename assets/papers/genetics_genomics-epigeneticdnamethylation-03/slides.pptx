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Epigenetic Dna Methylation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Genetics &amp; Genomics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Epigenetic Dna Methylation.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Sambrook et al. (1989) — "Molecular Cloning: A Laboratory Manual" (cited 130003).</a:t>
            </a:r>
          </a:p>
          <a:p>
            <a:pPr>
              <a:defRPr sz="1600"/>
            </a:pPr>
            <a:r>
              <a:t>Network (2012) — "Comprehensive molecular portraits of human breast tumours", Nature (cited 12476).</a:t>
            </a:r>
          </a:p>
          <a:p>
            <a:pPr>
              <a:defRPr sz="1600"/>
            </a:pPr>
            <a:r>
              <a:t>McLendon et al. (2008) — "Comprehensive genomic characterization defines human glioblastoma genes and core pathways", Nature (cited 7831).</a:t>
            </a:r>
          </a:p>
          <a:p>
            <a:pPr>
              <a:defRPr sz="1600"/>
            </a:pPr>
            <a:r>
              <a:t>Horvath (2013) — "DNA methylation age of human tissues and cell types", Genome biology (cited 7417).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Epigenetic Dna Methylation.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