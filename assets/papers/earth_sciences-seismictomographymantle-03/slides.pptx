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Seismic Tomography Mantle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Seismic Tomography Mantle.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Müller et al. (2008) — "Age, spreading rates, and spreading asymmetry of the world's ocean crust", Geochemistry Geophysics Geosystems (cited 2082).</a:t>
            </a:r>
          </a:p>
          <a:p>
            <a:pPr>
              <a:defRPr sz="1600"/>
            </a:pPr>
            <a:r>
              <a:t>Wortel et al. (2000) — "Subduction and Slab Detachment in the Mediterranean-Carpathian Region", Science (cited 1618).</a:t>
            </a:r>
          </a:p>
          <a:p>
            <a:pPr>
              <a:defRPr sz="1600"/>
            </a:pPr>
            <a:r>
              <a:t>Hilst et al. (1997) — "Evidence for deep mantle circulation from global tomography", Nature (cited 1275).</a:t>
            </a:r>
          </a:p>
          <a:p>
            <a:pPr>
              <a:defRPr sz="1600"/>
            </a:pPr>
            <a:r>
              <a:t>Huang et al. (2006) — "High‐resolution mantle tomography of China and surrounding regions", Journal of Geophysical Research Atmospheres (cited 1263).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Seismic Tomography Mantle.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