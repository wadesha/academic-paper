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Polygenic Risk Score Prediction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Polygenic Risk Score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Khera et al. (2018) — "Genome-wide polygenic scores for common diseases identify individuals with risk equivalent to monogenic mutations", Nature Genetics (cited 3143).</a:t>
            </a:r>
          </a:p>
          <a:p>
            <a:pPr>
              <a:defRPr sz="1600"/>
            </a:pPr>
            <a:r>
              <a:t>Ge et al. (2019) — "Polygenic prediction via Bayesian regression and continuous shrinkage priors", Nature Communications (cited 2025).</a:t>
            </a:r>
          </a:p>
          <a:p>
            <a:pPr>
              <a:defRPr sz="1600"/>
            </a:pPr>
            <a:r>
              <a:t>Torkamani et al. (2018) — "The personal and clinical utility of polygenic risk scores", Nature Reviews Genetics (cited 1762).</a:t>
            </a:r>
          </a:p>
          <a:p>
            <a:pPr>
              <a:defRPr sz="1600"/>
            </a:pPr>
            <a:r>
              <a:t>Dudbridge (2013) — "Power and Predictive Accuracy of Polygenic Risk Scores", PLoS Genetics (cited 1658).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Polygenic Risk Score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