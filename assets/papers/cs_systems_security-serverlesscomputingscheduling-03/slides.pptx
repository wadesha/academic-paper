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Scalable Serverless Computing Scheduling for Large-Scale Settings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Computer Science — Systems, Networks &amp; Security</a:t>
            </a:r>
          </a:p>
          <a:p>
            <a:r>
              <a:t>References real (OpenAlex/arXiv); experiments illustrative.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Focus area: Serverless Computing Scheduling.</a:t>
            </a:r>
          </a:p>
          <a:p>
            <a:pPr>
              <a:defRPr sz="1600"/>
            </a:pPr>
            <a:r>
              <a:t>Targets a concrete gap from recent, real literature.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Related Work (real literature)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Walia et al. (2023) — "AI-Empowered Fog/Edge Resource Management for IoT Applications: A Comprehensive Review, Research Challenges, and Future Perspectives", IEEE Communications Surveys &amp; Tutorials (cited 249).</a:t>
            </a:r>
          </a:p>
          <a:p>
            <a:pPr>
              <a:defRPr sz="1600"/>
            </a:pPr>
            <a:r>
              <a:t>Li et al. (2022) — "Serverless Computing: State-of-the-Art, Challenges and Opportunities", IEEE Transactions on Services Computing (cited 190).</a:t>
            </a:r>
          </a:p>
          <a:p>
            <a:pPr>
              <a:defRPr sz="1600"/>
            </a:pPr>
            <a:r>
              <a:t>Rausch et al. (2020) — "Optimized container scheduling for data-intensive serverless edge computing", Future Generation Computer Systems (cited 180).</a:t>
            </a:r>
          </a:p>
          <a:p>
            <a:pPr>
              <a:defRPr sz="1600"/>
            </a:pPr>
            <a:r>
              <a:t>Xie et al. (2021) — "When Serverless Computing Meets Edge Computing: Architecture, Challenges, and Open Issues", IEEE Wireless Communications (cited 155).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We decompose the problem across shards with a communication-efficient aggregation rule that keeps overhead sublinear in scale.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(Illustrative)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Baseline metric 0.812 (1.00x)</a:t>
            </a:r>
          </a:p>
          <a:p>
            <a:pPr>
              <a:defRPr sz="1600"/>
            </a:pPr>
            <a:r>
              <a:t>Ours metric 0.851 (0.71x efficiency)</a:t>
            </a:r>
          </a:p>
          <a:p>
            <a:pPr>
              <a:defRPr sz="1600"/>
            </a:pPr>
            <a:r>
              <a:t>Metrics simulated to illustrate intent.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A real literature connected to a concrete method for Serverless Computing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