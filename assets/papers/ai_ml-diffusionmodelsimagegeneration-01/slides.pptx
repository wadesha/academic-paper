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Diffusion Models Image Generation: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Diffusion Models Image Generation.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Rombach et al. (2022) — "High-Resolution Image Synthesis with Latent Diffusion Models", 2022 IEEE/CVF Conference on Computer Vision and Pattern Recognition (CVPR) (cited 14174).</a:t>
            </a:r>
          </a:p>
          <a:p>
            <a:pPr>
              <a:defRPr sz="1600"/>
            </a:pPr>
            <a:r>
              <a:t>Mandelbrot et al. (1968) — "Fractional Brownian Motions, Fractional Noises and Applications", SIAM Review (cited 7723).</a:t>
            </a:r>
          </a:p>
          <a:p>
            <a:pPr>
              <a:defRPr sz="1600"/>
            </a:pPr>
            <a:r>
              <a:t>Jonathan et al. (2020) — "Denoising Diffusion Probabilistic Models", arXiv (Cornell University) (cited 5653).</a:t>
            </a:r>
          </a:p>
          <a:p>
            <a:pPr>
              <a:defRPr sz="1600"/>
            </a:pPr>
            <a:r>
              <a:t>Peaceman et al. (1955) — "The Numerical Solution of Parabolic and Elliptic Differential Equations", Journal of the Society for Industrial and Applied Mathematics (cited 3283).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Diffusion Models Image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