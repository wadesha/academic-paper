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Efficient Aerosol Cloud Interaction: A Resource-Aware Approach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Climate &amp; Atmospheric Science</a:t>
            </a:r>
          </a:p>
          <a:p>
            <a:r>
              <a:t>References real (OpenAlex/arXiv); experiments illustrative.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Focus area: Aerosol Cloud Interaction.</a:t>
            </a:r>
          </a:p>
          <a:p>
            <a:pPr>
              <a:defRPr sz="1600"/>
            </a:pPr>
            <a:r>
              <a:t>Targets a concrete gap from recent, real literature.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 Work (real literature)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Seinfeld et al. (1998) — "&lt;i&gt;Atmospheric Chemistry and Physics: From Air Pollution to Climate Change&lt;/i&gt;", Physics Today (cited 9021).</a:t>
            </a:r>
          </a:p>
          <a:p>
            <a:pPr>
              <a:defRPr sz="1600"/>
            </a:pPr>
            <a:r>
              <a:t>Bond et al. (2013) — "Bounding the role of black carbon in the climate system: A scientific assessment", Journal of Geophysical Research Atmospheres (cited 6781).</a:t>
            </a:r>
          </a:p>
          <a:p>
            <a:pPr>
              <a:defRPr sz="1600"/>
            </a:pPr>
            <a:r>
              <a:t>Prior work (1998) — "Atmospheric chemistry and physics: from air pollution to climate change", Choice Reviews Online (cited 5172).</a:t>
            </a:r>
          </a:p>
          <a:p>
            <a:pPr>
              <a:defRPr sz="1600"/>
            </a:pPr>
            <a:r>
              <a:t>Kanakidou et al. (2005) — "Organic aerosol and global climate modelling: a review", Atmospheric chemistry and physics (cited 3739).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We reduce the dominant computational cost via adaptive resource allocation, activating only the components needed per input.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(Illustrative)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Baseline metric 0.812 (1.00x)</a:t>
            </a:r>
          </a:p>
          <a:p>
            <a:pPr>
              <a:defRPr sz="1600"/>
            </a:pPr>
            <a:r>
              <a:t>Ours metric 0.851 (0.71x efficiency)</a:t>
            </a:r>
          </a:p>
          <a:p>
            <a:pPr>
              <a:defRPr sz="1600"/>
            </a:pPr>
            <a:r>
              <a:t>Metrics simulated to illustrate intent.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 real literature connected to a concrete method for Aerosol Cloud Interaction.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