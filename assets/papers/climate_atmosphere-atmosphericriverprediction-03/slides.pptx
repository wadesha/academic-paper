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Atmospheric River Prediction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Atmospheric River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Maurer et al. (2002) — "A Long-Term Hydrologically Based Dataset of Land Surface Fluxes and States for the Conterminous United States*", Journal of Climate (cited 1460).</a:t>
            </a:r>
          </a:p>
          <a:p>
            <a:pPr>
              <a:defRPr sz="1600"/>
            </a:pPr>
            <a:r>
              <a:t>Dai et al. (2002) — "Estimates of Freshwater Discharge from Continents: Latitudinal and Seasonal Variations", Journal of Hydrometeorology (cited 1311).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Atmospheric River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