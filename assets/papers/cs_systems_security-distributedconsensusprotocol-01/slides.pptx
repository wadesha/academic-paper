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Efficient Distributed Consensus Protocol: A Resource-Aware Approach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Computer Science — Systems, Networks &amp; Security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Distributed Consensus Protocol.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Fischer et al. (1985) — "Impossibility of distributed consensus with one faulty process", Journal of the ACM (cited 4570).</a:t>
            </a:r>
          </a:p>
          <a:p>
            <a:pPr>
              <a:defRPr sz="1600"/>
            </a:pPr>
            <a:r>
              <a:t>Clark et al. (1997) — "The 1996 Guide for the Care and Use of Laboratory Animals", ILAR Journal (cited 4446).</a:t>
            </a:r>
          </a:p>
          <a:p>
            <a:pPr>
              <a:defRPr sz="1600"/>
            </a:pPr>
            <a:r>
              <a:t>Li et al. (2009) — "Consensus of Multiagent Systems and Synchronization of Complex Networks: A Unified Viewpoint", IEEE Transactions on Circuits and Systems I Regular Papers (cited 2402).</a:t>
            </a:r>
          </a:p>
          <a:p>
            <a:pPr>
              <a:defRPr sz="1600"/>
            </a:pPr>
            <a:r>
              <a:t>Dwork et al. (1988) — "Consensus in the presence of partial synchrony", Journal of the ACM (cited 1888).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reduce the dominant computational cost via adaptive resource allocation, activating only the components needed per input.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Distributed Consensus Protocol.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