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Experimental Design Optimal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Experimental Design Optimal.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Ziegler et al. (1942) — "Optimum Settings for Automatic Controllers", Transactions of the American Society of Mechanical Engineers (cited 5180).</a:t>
            </a:r>
          </a:p>
          <a:p>
            <a:pPr>
              <a:defRPr sz="1600"/>
            </a:pPr>
            <a:r>
              <a:t>Hammer (1953) — "Principles of mathematical analysis", Journal of the Franklin Institute (cited 4057).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Rutherford et al. (1987) — "Adaptive Management of Renewable Resources.", Biometrics (cited 3347).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Experimental Design Optimal.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