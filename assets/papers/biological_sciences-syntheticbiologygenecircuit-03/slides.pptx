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Synthetic Biology Gene Circuit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Synthetic Biology Gene Circuit.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Khalil et al. (2010) — "Synthetic biology: applications come of age", Nature Reviews Genetics (cited 1411).</a:t>
            </a:r>
          </a:p>
          <a:p>
            <a:pPr>
              <a:defRPr sz="1600"/>
            </a:pPr>
            <a:r>
              <a:t>Stricker et al. (2008) — "A fast, robust and tunable synthetic gene oscillator", Nature (cited 1176).</a:t>
            </a:r>
          </a:p>
          <a:p>
            <a:pPr>
              <a:defRPr sz="1600"/>
            </a:pPr>
            <a:r>
              <a:t>Danino et al. (2010) — "A synchronized quorum of genetic clocks", Nature (cited 1054).</a:t>
            </a:r>
          </a:p>
          <a:p>
            <a:pPr>
              <a:defRPr sz="1600"/>
            </a:pPr>
            <a:r>
              <a:t>Green et al. (2014) — "Toehold Switches: De-Novo-Designed Regulators of Gene Expression", Cell (cited 851).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Synthetic Biology Gene 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