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Causal Inference Observational Data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Causal Inference Observational Data.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Stuart (2010) — "Matching Methods for Causal Inference: A Review and a Look Forward", Statistical Science (cited 5421).</a:t>
            </a:r>
          </a:p>
          <a:p>
            <a:pPr>
              <a:defRPr sz="1600"/>
            </a:pPr>
            <a:r>
              <a:t>Spirtes et al. (2001) — "Causation, Prediction, and Search", The MIT Press eBooks (cited 4503).</a:t>
            </a:r>
          </a:p>
          <a:p>
            <a:pPr>
              <a:defRPr sz="1600"/>
            </a:pPr>
            <a:r>
              <a:t>Hartwig et al. (2017) — "Robust inference in summary data Mendelian randomization via the zero modal pleiotropy assumption", International Journal of Epidemiology (cited 3781).</a:t>
            </a:r>
          </a:p>
          <a:p>
            <a:pPr>
              <a:defRPr sz="1600"/>
            </a:pPr>
            <a:r>
              <a:t>Rubin (1997) — "Estimating Causal Effects from Large Data Sets Using Propensity Scores", Annals of Internal Medicine (cited 2912).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Causal Inference Observational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