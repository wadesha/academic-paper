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Scalable Machine Learning Molecular Property Prediction for Large-Scale Settings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Chemistry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Machine Learning Molecular Property Prediction.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Wu et al. (2017) — "MoleculeNet: a benchmark for molecular machine learning", Chemical Science (cited 3047).</a:t>
            </a:r>
          </a:p>
          <a:p>
            <a:pPr>
              <a:defRPr sz="1600"/>
            </a:pPr>
            <a:r>
              <a:t>Epanechnikov (1969) — "Non-Parametric Estimation of a Multivariate Probability Density", Theory of Probability and Its Applications (cited 1838).</a:t>
            </a:r>
          </a:p>
          <a:p>
            <a:pPr>
              <a:defRPr sz="1600"/>
            </a:pPr>
            <a:r>
              <a:t>Chen et al. (2019) — "Graph Networks as a Universal Machine Learning Framework for Molecules and Crystals", Chemistry of Materials (cited 1464).</a:t>
            </a:r>
          </a:p>
          <a:p>
            <a:pPr>
              <a:defRPr sz="1600"/>
            </a:pPr>
            <a:r>
              <a:t>Gupta et al. (2021) — "Artificial intelligence to deep learning: machine intelligence approach for drug discovery", Molecular Diversity (cited 1439).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decompose the problem across shards with a communication-efficient aggregation rule that keeps overhead sublinear in scale.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Machine Learning Molecular Property Prediction.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