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Protein Structure Prediction Deep Learning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Protein Structure Prediction Deep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Jumper et al. (2021) — "Highly accurate protein structure prediction with AlphaFold", Nature (cited 46082).</a:t>
            </a:r>
          </a:p>
          <a:p>
            <a:pPr>
              <a:defRPr sz="1600"/>
            </a:pPr>
            <a:r>
              <a:t>Abramson et al. (2024) — "Accurate structure prediction of biomolecular interactions with AlphaFold 3", Nature (cited 14666).</a:t>
            </a:r>
          </a:p>
          <a:p>
            <a:pPr>
              <a:defRPr sz="1600"/>
            </a:pPr>
            <a:r>
              <a:t>Senior et al. (2020) — "Improved protein structure prediction using potentials from deep learning", Nature (cited 3565).</a:t>
            </a:r>
          </a:p>
          <a:p>
            <a:pPr>
              <a:defRPr sz="1600"/>
            </a:pPr>
            <a:r>
              <a:t>Rives et al. (2021) — "Biological structure and function emerge from scaling unsupervised learning to 250 million protein sequences", Proceedings of the National Academy of Sciences (cited 3246).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Protein Structure Prediction Deep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