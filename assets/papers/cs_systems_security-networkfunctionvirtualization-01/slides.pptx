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Network Function Virtualization: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Network Function Virtualization.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Cavanna et al. (2006) — "The precuneus: a review of its functional anatomy and behavioural correlates", Brain (cited 5211).</a:t>
            </a:r>
          </a:p>
          <a:p>
            <a:pPr>
              <a:defRPr sz="1600"/>
            </a:pPr>
            <a:r>
              <a:t>Olfati‐Saber (2006) — "Flocking for Multi-Agent Dynamic Systems: Algorithms and Theory", IEEE Transactions on Automatic Control (cited 5017).</a:t>
            </a:r>
          </a:p>
          <a:p>
            <a:pPr>
              <a:defRPr sz="1600"/>
            </a:pPr>
            <a:r>
              <a:t>Satyanarayanan et al. (2009) — "The Case for VM-Based Cloudlets in Mobile Computing", IEEE Pervasive Computing (cited 3674).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Network Function Virtualization.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