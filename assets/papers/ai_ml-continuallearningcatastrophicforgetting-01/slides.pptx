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Continual Learning Catastrophic Forgetting: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Computer Science — Artificial Intelligence &amp; Machine Learning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Continual Learning Catastrophic Forgetting.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Parisi et al. (2019) — "Continual lifelong learning with neural networks: A review", Neural Networks (cited 3060).</a:t>
            </a:r>
          </a:p>
          <a:p>
            <a:pPr>
              <a:defRPr sz="1600"/>
            </a:pPr>
            <a:r>
              <a:t>Delange et al. (2021) — "A continual learning survey: Defying forgetting in classification tasks", IEEE Transactions on Pattern Analysis and Machine Intelligence (cited 1611).</a:t>
            </a:r>
          </a:p>
          <a:p>
            <a:pPr>
              <a:defRPr sz="1600"/>
            </a:pPr>
            <a:r>
              <a:t>Wang et al. (2024) — "A Comprehensive Survey of Continual Learning: Theory, Method and Application", IEEE Transactions on Pattern Analysis and Machine Intelligence (cited 847).</a:t>
            </a:r>
          </a:p>
          <a:p>
            <a:pPr>
              <a:defRPr sz="1600"/>
            </a:pPr>
            <a:r>
              <a:t>Wang et al. (2022) — "Learning to Prompt for Continual Learning", 2022 IEEE/CVF Conference on Computer Vision and Pattern Recognition (CVPR) (cited 675).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Continual Learning Catastrophic Forgetting.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