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Optogenetics Circuit Dissection: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Optogenetics Circuit Dissection.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Gradinaru et al. (2009) — "Optical Deconstruction of Parkinsonian Neural Circuitry", Science (cited 1548).</a:t>
            </a:r>
          </a:p>
          <a:p>
            <a:pPr>
              <a:defRPr sz="1600"/>
            </a:pPr>
            <a:r>
              <a:t>Haubensak et al. (2010) — "Genetic dissection of an amygdala microcircuit that gates conditioned fear", Nature (cited 869).</a:t>
            </a:r>
          </a:p>
          <a:p>
            <a:pPr>
              <a:defRPr sz="1600"/>
            </a:pPr>
            <a:r>
              <a:t>Tye et al. (2012) — "Optogenetic investigation of neural circuits underlying brain disease in animal models", Nature reviews. Neuroscience (cited 762).</a:t>
            </a:r>
          </a:p>
          <a:p>
            <a:pPr>
              <a:defRPr sz="1600"/>
            </a:pPr>
            <a:r>
              <a:t>Zhao et al. (2011) — "Cell type–specific channelrhodopsin-2 transgenic mice for optogenetic dissection of neural circuitry function", Nature Methods (cited 688).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Optogenetics Circuit Dissection.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