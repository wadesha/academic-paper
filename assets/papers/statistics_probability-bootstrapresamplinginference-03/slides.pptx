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Bootstrap Resampling Inference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Bootstrap Resampling Inference.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Minh et al. (2013) — "Ultrafast Approximation for Phylogenetic Bootstrap", Molecular Biology and Evolution (cited 5042).</a:t>
            </a:r>
          </a:p>
          <a:p>
            <a:pPr>
              <a:defRPr sz="1600"/>
            </a:pPr>
            <a:r>
              <a:t>Manly (2018) — "Randomization, Bootstrap and Monte Carlo Methods in Biology" (cited 4236).</a:t>
            </a:r>
          </a:p>
          <a:p>
            <a:pPr>
              <a:defRPr sz="1600"/>
            </a:pPr>
            <a:r>
              <a:t>Newton et al. (1994) — "Approximate Bayesian Inference with the Weighted Likelihood Bootstrap", Journal of the Royal Statistical Society Series B (Statistical Methodology) (cited 1520).</a:t>
            </a:r>
          </a:p>
          <a:p>
            <a:pPr>
              <a:defRPr sz="1600"/>
            </a:pPr>
            <a:r>
              <a:t>Lemoine et al. (2018) — "Renewing Felsenstein’s phylogenetic bootstrap in the era of big data", Nature (cited 773).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Bootstrap Resampling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