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Neural Architecture Search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Neural Architecture Search.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Bahdanau et al. (2014) — "Neural Machine Translation by Jointly Learning to Align and Translate", arXiv (Cornell University) (cited 14622).</a:t>
            </a:r>
          </a:p>
          <a:p>
            <a:pPr>
              <a:defRPr sz="1600"/>
            </a:pPr>
            <a:r>
              <a:t>Greff et al. (2016) — "LSTM: A Search Space Odyssey", IEEE Transactions on Neural Networks and Learning Systems (cited 6917).</a:t>
            </a:r>
          </a:p>
          <a:p>
            <a:pPr>
              <a:defRPr sz="1600"/>
            </a:pPr>
            <a:r>
              <a:t>Tan et al. (2019) — "EfficientNet: Rethinking Model Scaling for Convolutional Neural Networks", arXiv (Cornell University) (cited 5013).</a:t>
            </a:r>
          </a:p>
          <a:p>
            <a:pPr>
              <a:defRPr sz="1600"/>
            </a:pPr>
            <a:r>
              <a:t>Prior work (1991) — "Unified theories of cognition", Choice Reviews Online (cited 4264).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Neural Architecture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