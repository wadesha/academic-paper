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Reinforcement Learning from Human Feedback: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Reinforcement Learning from Human Feedback.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Ouyang et al. (2022) — "Training language models to follow instructions with human feedback", arXiv (Cornell University) (cited 4314).</a:t>
            </a:r>
          </a:p>
          <a:p>
            <a:pPr>
              <a:defRPr sz="1600"/>
            </a:pPr>
            <a:r>
              <a:t>Carver et al. (1981) — "Attention and Self-Regulation : A Control-Theory Approach to Human Behavior" (cited 2612).</a:t>
            </a:r>
          </a:p>
          <a:p>
            <a:pPr>
              <a:defRPr sz="1600"/>
            </a:pPr>
            <a:r>
              <a:t>Wu et al. (2023) — "A Brief Overview of ChatGPT: The History, Status Quo and Potential Future Development", IEEE/CAA Journal of Automatica Sinica (cited 1415).</a:t>
            </a:r>
          </a:p>
          <a:p>
            <a:pPr>
              <a:defRPr sz="1600"/>
            </a:pPr>
            <a:r>
              <a:t>Trow (1973) — "Problems in the Transition from Elite to Mass Higher Education." (cited 1124).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Reinforcement Learning from Human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