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Microbiome Host Interaction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Microbiome Host Interaction.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Berendsen et al. (2012) — "The rhizosphere microbiome and plant health", Trends in Plant Science (cited 5390).</a:t>
            </a:r>
          </a:p>
          <a:p>
            <a:pPr>
              <a:defRPr sz="1600"/>
            </a:pPr>
            <a:r>
              <a:t>Zheng et al. (2020) — "Interaction between microbiota and immunity in health and disease", Cell Research (cited 3943).</a:t>
            </a:r>
          </a:p>
          <a:p>
            <a:pPr>
              <a:defRPr sz="1600"/>
            </a:pPr>
            <a:r>
              <a:t>Trivedi et al. (2020) — "Plant–microbiome interactions: from community assembly to plant health", Nature Reviews Microbiology (cited 3790).</a:t>
            </a:r>
          </a:p>
          <a:p>
            <a:pPr>
              <a:defRPr sz="1600"/>
            </a:pPr>
            <a:r>
              <a:t>Lundberg et al. (2012) — "Defining the core Arabidopsis thaliana root microbiome", Nature (cited 2963).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Microbiome Host Interaction.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