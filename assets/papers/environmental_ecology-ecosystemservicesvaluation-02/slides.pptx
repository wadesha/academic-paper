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Ecosystem Services Valuation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Ecosystem Services Valuation.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Costanza et al. (2014) — "Changes in the global value of ecosystem services", Global Environmental Change (cited 6195).</a:t>
            </a:r>
          </a:p>
          <a:p>
            <a:pPr>
              <a:defRPr sz="1600"/>
            </a:pPr>
            <a:r>
              <a:t>Barbier et al. (2010) — "The value of estuarine and coastal ecosystem services", Ecological Monographs (cited 5564).</a:t>
            </a:r>
          </a:p>
          <a:p>
            <a:pPr>
              <a:defRPr sz="1600"/>
            </a:pPr>
            <a:r>
              <a:t>Pharo et al. (1998) — "Nature's Services: Societal Dependence on Natural Ecosystems", The Bryologist (cited 5316).</a:t>
            </a:r>
          </a:p>
          <a:p>
            <a:pPr>
              <a:defRPr sz="1600"/>
            </a:pPr>
            <a:r>
              <a:t>Groot et al. (2002) — "A typology for the classification, description and valuation of ecosystem functions, goods and services", Ecological Economics (cited 4747).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Ecosystem Services 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