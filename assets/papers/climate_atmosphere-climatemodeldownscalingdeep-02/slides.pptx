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Climate Model Downscaling Deep Learning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Climate Model Downscaling Deep Learning.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Tripathy et al. (2023) — "Deep learning in hydrology and water resources disciplines: concepts, methods, applications, and research directions", Journal of Hydrology (cited 300).</a:t>
            </a:r>
          </a:p>
          <a:p>
            <a:pPr>
              <a:defRPr sz="1600"/>
            </a:pPr>
            <a:r>
              <a:t>Baño‐Medina et al. (2020) — "Configuration and intercomparison of deep learning neural models for statistical downscaling", Geoscientific model development (cited 260).</a:t>
            </a:r>
          </a:p>
          <a:p>
            <a:pPr>
              <a:defRPr sz="1600"/>
            </a:pPr>
            <a:r>
              <a:t>Wang et al. (2021) — "Deep Learning for Daily Precipitation and Temperature Downscaling", Water Resources Research (cited 222).</a:t>
            </a:r>
          </a:p>
          <a:p>
            <a:pPr>
              <a:defRPr sz="1600"/>
            </a:pPr>
            <a:r>
              <a:t>Li et al. (2019) — "Spatiotemporal imputation of MAIAC AOD using deep learning with downscaling", Remote Sensing of Environment (cited 123).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Climate Model Downscaling Deep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