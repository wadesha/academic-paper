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Efficient Neural Architecture Search: A Resource-Aware Approach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Computer Science — Artificial Intelligence &amp; Machine Learning</a:t>
            </a:r>
          </a:p>
          <a:p>
            <a:r>
              <a:t>References real (OpenAlex/arXiv); experiments illustrative.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Focus area: Neural Architecture Search.</a:t>
            </a:r>
          </a:p>
          <a:p>
            <a:pPr>
              <a:defRPr sz="1600"/>
            </a:pPr>
            <a:r>
              <a:t>Targets a concrete gap from recent, real literature.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Related Work (real literature)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Bahdanau et al. (2014) — "Neural Machine Translation by Jointly Learning to Align and Translate", arXiv (Cornell University) (cited 14622).</a:t>
            </a:r>
          </a:p>
          <a:p>
            <a:pPr>
              <a:defRPr sz="1600"/>
            </a:pPr>
            <a:r>
              <a:t>Greff et al. (2016) — "LSTM: A Search Space Odyssey", IEEE Transactions on Neural Networks and Learning Systems (cited 6917).</a:t>
            </a:r>
          </a:p>
          <a:p>
            <a:pPr>
              <a:defRPr sz="1600"/>
            </a:pPr>
            <a:r>
              <a:t>Tan et al. (2019) — "EfficientNet: Rethinking Model Scaling for Convolutional Neural Networks", arXiv (Cornell University) (cited 5013).</a:t>
            </a:r>
          </a:p>
          <a:p>
            <a:pPr>
              <a:defRPr sz="1600"/>
            </a:pPr>
            <a:r>
              <a:t>Prior work (1991) — "Unified theories of cognition", Choice Reviews Online (cited 4264).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We reduce the dominant computational cost via adaptive resource allocation, activating only the components needed per input.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(Illustrative)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Baseline metric 0.812 (1.00x)</a:t>
            </a:r>
          </a:p>
          <a:p>
            <a:pPr>
              <a:defRPr sz="1600"/>
            </a:pPr>
            <a:r>
              <a:t>Ours metric 0.851 (0.71x efficiency)</a:t>
            </a:r>
          </a:p>
          <a:p>
            <a:pPr>
              <a:defRPr sz="1600"/>
            </a:pPr>
            <a:r>
              <a:t>Metrics simulated to illustrate intent.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A real literature connected to a concrete method for Neural Architecture Search.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