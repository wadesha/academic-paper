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Pangenome Graph Reference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Genetics &amp; Genomics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Pangenome Graph Reference.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Martin et al. (2022) — "Ensembl 2023", Nucleic Acids Research (cited 1109).</a:t>
            </a:r>
          </a:p>
          <a:p>
            <a:pPr>
              <a:defRPr sz="1600"/>
            </a:pPr>
            <a:r>
              <a:t>Wang et al. (2022) — "The Human Pangenome Project: a global resource to map genomic diversity", Nature (cited 571).</a:t>
            </a:r>
          </a:p>
          <a:p>
            <a:pPr>
              <a:defRPr sz="1600"/>
            </a:pPr>
            <a:r>
              <a:t>Zhou et al. (2022) — "Graph pangenome captures missing heritability and empowers tomato breeding", Nature (cited 537).</a:t>
            </a:r>
          </a:p>
          <a:p>
            <a:pPr>
              <a:defRPr sz="1600"/>
            </a:pPr>
            <a:r>
              <a:t>Li et al. (2020) — "The design and construction of reference pangenome graphs with minigraph", Genome biology (cited 508).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Pangenome Graph Reference.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