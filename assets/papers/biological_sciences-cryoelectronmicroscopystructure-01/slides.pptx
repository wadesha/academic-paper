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Cryo Electron Microscopy Structure: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Cryo Electron Microscopy Structure.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Wrapp et al. (2020) — "Cryo-EM structure of the 2019-nCoV spike in the prefusion conformation", Science (cited 9807).</a:t>
            </a:r>
          </a:p>
          <a:p>
            <a:pPr>
              <a:defRPr sz="1600"/>
            </a:pPr>
            <a:r>
              <a:t>Liebschner et al. (2019) — "Macromolecular structure determination using X-rays, neutrons and electrons: recent developments in &lt;i&gt;Phenix&lt;/i&gt;", Acta Crystallographica Section D Structural Biology (cited 7509).</a:t>
            </a:r>
          </a:p>
          <a:p>
            <a:pPr>
              <a:defRPr sz="1600"/>
            </a:pPr>
            <a:r>
              <a:t>Scheres (2012) — "RELION: Implementation of a Bayesian approach to cryo-EM structure determination", Journal of Structural Biology (cited 6106).</a:t>
            </a:r>
          </a:p>
          <a:p>
            <a:pPr>
              <a:defRPr sz="1600"/>
            </a:pPr>
            <a:r>
              <a:t>Baek et al. (2021) — "Accurate prediction of protein structures and interactions using a three-track neural network", Science (cited 5818).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Cryo Electron Microscopy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