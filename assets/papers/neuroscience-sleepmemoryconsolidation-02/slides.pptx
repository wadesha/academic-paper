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Sleep Memory Consolidation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Sleep Memory Consolidation.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  <a:p>
            <a:pPr>
              <a:defRPr sz="1600"/>
            </a:pPr>
            <a:r>
              <a:t>Wilson et al. (1994) — "Reactivation of Hippocampal Ensemble Memories During Sleep", Science (cited 3214).</a:t>
            </a:r>
          </a:p>
          <a:p>
            <a:pPr>
              <a:defRPr sz="1600"/>
            </a:pPr>
            <a:r>
              <a:t>Rasch et al. (2013) — "About Sleep's Role in Memory", Physiological Reviews (cited 2845).</a:t>
            </a:r>
          </a:p>
          <a:p>
            <a:pPr>
              <a:defRPr sz="1600"/>
            </a:pPr>
            <a:r>
              <a:t>Tononi et al. (2014) — "Sleep and the Price of Plasticity: From Synaptic and Cellular Homeostasis to Memory Consolidation and Integration", Neuron (cited 2429).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Sleep Memory Consolidation.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