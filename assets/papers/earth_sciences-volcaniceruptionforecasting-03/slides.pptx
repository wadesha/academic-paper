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Volcanic Eruption Forecasting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Volcanic Eruption Forecasting.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Draxler et al. (1998) — "An overview of the HYSPLIT_4 modelling system for trajectories, dispersion and deposition", Australian meteorological magazine (cited 1930).</a:t>
            </a:r>
          </a:p>
          <a:p>
            <a:pPr>
              <a:defRPr sz="1600"/>
            </a:pPr>
            <a:r>
              <a:t>Onogi et al. (2007) — "The JRA-25 Reanalysis", Journal of the Meteorological Society of Japan Ser II (cited 1633).</a:t>
            </a:r>
          </a:p>
          <a:p>
            <a:pPr>
              <a:defRPr sz="1600"/>
            </a:pPr>
            <a:r>
              <a:t>Hawkes et al. (1963) — "Geochemistry in Mineral Exploration", Soil Science (cited 1005).</a:t>
            </a:r>
          </a:p>
          <a:p>
            <a:pPr>
              <a:defRPr sz="1600"/>
            </a:pPr>
            <a:r>
              <a:t>Chouet (1996) — "Long-period volcano seismicity: its source and use in eruption forecasting", Nature (cited 942).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Volcanic Eruption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