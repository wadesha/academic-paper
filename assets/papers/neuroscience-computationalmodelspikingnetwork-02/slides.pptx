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Computational Model Spiking Network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Computational Model Spiking Network.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Davies et al. (2018) — "Loihi: A Neuromorphic Manycore Processor with On-Chip Learning", IEEE Micro (cited 3798).</a:t>
            </a:r>
          </a:p>
          <a:p>
            <a:pPr>
              <a:defRPr sz="1600"/>
            </a:pPr>
            <a:r>
              <a:t>Gerstner et al. (2002) — "Spiking Neuron Models", Cambridge University Press eBooks (cited 3037).</a:t>
            </a:r>
          </a:p>
          <a:p>
            <a:pPr>
              <a:defRPr sz="1600"/>
            </a:pPr>
            <a:r>
              <a:t>Izhikevich (2004) — "Which Model to Use for Cortical Spiking Neurons?", IEEE Transactions on Neural Networks (cited 2578).</a:t>
            </a:r>
          </a:p>
          <a:p>
            <a:pPr>
              <a:defRPr sz="1600"/>
            </a:pPr>
            <a:r>
              <a:t>Shadlen et al. (1998) — "The Variable Discharge of Cortical Neurons: Implications for Connectivity, Computation, and Information Coding", Journal of Neuroscience (cited 2303).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Computational Model Spiking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