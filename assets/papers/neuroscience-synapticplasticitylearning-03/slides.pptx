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Synaptic Plasticity Learning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Neuroscience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Synaptic Plasticity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Friston (2005) — "A theory of cortical responses", Philosophical Transactions of the Royal Society B Biological Sciences (cited 4836).</a:t>
            </a:r>
          </a:p>
          <a:p>
            <a:pPr>
              <a:defRPr sz="1600"/>
            </a:pPr>
            <a:r>
              <a:t>Vorhees et al. (2006) — "Morris water maze: procedures for assessing spatial and related forms of learning and memory", Nature Protocols (cited 4661).</a:t>
            </a:r>
          </a:p>
          <a:p>
            <a:pPr>
              <a:defRPr sz="1600"/>
            </a:pPr>
            <a:r>
              <a:t>Huang et al. (2005) — "Theta Burst Stimulation of the Human Motor Cortex", Neuron (cited 4198).</a:t>
            </a:r>
          </a:p>
          <a:p>
            <a:pPr>
              <a:defRPr sz="1600"/>
            </a:pPr>
            <a:r>
              <a:t>Diekelmann et al. (2010) — "The memory function of sleep", Nature reviews. Neuroscience (cited 3770).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Synaptic Plasticity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