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Neural Population Dynamics: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Neural Population Dynamics.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Chen et al. (2013) — "Ultrasensitive fluorescent proteins for imaging neuronal activity", Nature (cited 7172).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  <a:p>
            <a:pPr>
              <a:defRPr sz="1600"/>
            </a:pPr>
            <a:r>
              <a:t>Edelman (1987) — "Neural Darwinism: The Theory Of Neuronal Group Selection" (cited 2540).</a:t>
            </a:r>
          </a:p>
          <a:p>
            <a:pPr>
              <a:defRPr sz="1600"/>
            </a:pPr>
            <a:r>
              <a:t>Grill‐Spector et al. (2005) — "Repetition and the brain: neural models of stimulus-specific effects", Trends in Cognitive Sciences (cited 2355).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Neural Population Dynamics.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