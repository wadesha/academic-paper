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Survival Analysis Competing Risks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Survival Analysis Competing Risks.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Kanda (2012) — "Investigation of the freely available easy-to-use software ‘EZR’ for medical statistics", Bone Marrow Transplantation (cited 18981).</a:t>
            </a:r>
          </a:p>
          <a:p>
            <a:pPr>
              <a:defRPr sz="1600"/>
            </a:pPr>
            <a:r>
              <a:t>Fine et al. (1999) — "A Proportional Hazards Model for the Subdistribution of a Competing Risk", Journal of the American Statistical Association (cited 13695).</a:t>
            </a:r>
          </a:p>
          <a:p>
            <a:pPr>
              <a:defRPr sz="1600"/>
            </a:pPr>
            <a:r>
              <a:t>Chalasani et al. (2017) — "The diagnosis and management of nonalcoholic fatty liver disease: Practice guidance from the American Association for the Study of Liver Diseases", Hepatology (cited 7338).</a:t>
            </a:r>
          </a:p>
          <a:p>
            <a:pPr>
              <a:defRPr sz="1600"/>
            </a:pPr>
            <a:r>
              <a:t>Ray (1988) — "A Class of $K$-Sample Tests for Comparing the Cumulative Incidence of a Competing Risk", The Annals of Statistics (cited 4992).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Survival Analysis Competing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