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Scalable Developmental Biology Morphogenesis for Large-Scale Settings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Biological Sciences</a:t>
            </a:r>
          </a:p>
          <a:p>
            <a:r>
              <a:t>References real (OpenAlex/arXiv); experiments illustrative.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Motivation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600"/>
            </a:pPr>
            <a:r>
              <a:t>Focus area: Developmental Biology Morphogenesis.</a:t>
            </a:r>
          </a:p>
          <a:p>
            <a:pPr>
              <a:defRPr sz="1600"/>
            </a:pPr>
            <a:r>
              <a:t>Targets a concrete gap from recent, real literature.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Related Work (real literature)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600"/>
            </a:pPr>
            <a:r>
              <a:t>Lütolf et al. (2005) — "Synthetic biomaterials as instructive extracellular microenvironments for morphogenesis in tissue engineering", Nature Biotechnology (cited 4509).</a:t>
            </a:r>
          </a:p>
          <a:p>
            <a:pPr>
              <a:defRPr sz="1600"/>
            </a:pPr>
            <a:r>
              <a:t>Armulik et al. (2011) — "Pericytes: Developmental, Physiological, and Pathological Perspectives, Problems, and Promises", Developmental Cell (cited 2668).</a:t>
            </a:r>
          </a:p>
          <a:p>
            <a:pPr>
              <a:defRPr sz="1600"/>
            </a:pPr>
            <a:r>
              <a:t>Chawla et al. (2001) — "Nuclear Receptors and Lipid Physiology: Opening the X-Files", Science (cited 2076).</a:t>
            </a:r>
          </a:p>
          <a:p>
            <a:pPr>
              <a:defRPr sz="1600"/>
            </a:pPr>
            <a:r>
              <a:t>Beenken et al. (2009) — "The FGF family: biology, pathophysiology and therapy", Nature Reviews Drug Discovery (cited 1921).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Method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600"/>
            </a:pPr>
            <a:r>
              <a:t>We decompose the problem across shards with a communication-efficient aggregation rule that keeps overhead sublinear in scale.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Results (Illustrative)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600"/>
            </a:pPr>
            <a:r>
              <a:t>Baseline metric 0.812 (1.00x)</a:t>
            </a:r>
          </a:p>
          <a:p>
            <a:pPr>
              <a:defRPr sz="1600"/>
            </a:pPr>
            <a:r>
              <a:t>Ours metric 0.851 (0.71x efficiency)</a:t>
            </a:r>
          </a:p>
          <a:p>
            <a:pPr>
              <a:defRPr sz="1600"/>
            </a:pPr>
            <a:r>
              <a:t>Metrics simulated to illustrate intent.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Conclusion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600"/>
            </a:pPr>
            <a:r>
              <a:t>A real literature connected to a concrete method for Developmental Biology Morphogenesis.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