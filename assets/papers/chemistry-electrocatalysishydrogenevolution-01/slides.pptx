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Electrocatalysis Hydrogen Evolution: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Electrocatalysis Hydrogen Evolution.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 et al. (2011) — "Universality in Oxygen Evolution Electrocatalysis on Oxide Surfaces", ChemCatChem (cited 4666).</a:t>
            </a:r>
          </a:p>
          <a:p>
            <a:pPr>
              <a:defRPr sz="1600"/>
            </a:pPr>
            <a:r>
              <a:t>Kibsgaard et al. (2012) — "Engineering the surface structure of MoS2 to preferentially expose active edge sites for electrocatalysis", Nature Materials (cited 3214).</a:t>
            </a:r>
          </a:p>
          <a:p>
            <a:pPr>
              <a:defRPr sz="1600"/>
            </a:pPr>
            <a:r>
              <a:t>Shinagawa et al. (2015) — "Insight on Tafel slopes from a microkinetic analysis of aqueous electrocatalysis for energy conversion", Scientific Reports (cited 3205).</a:t>
            </a:r>
          </a:p>
          <a:p>
            <a:pPr>
              <a:defRPr sz="1600"/>
            </a:pPr>
            <a:r>
              <a:t>Zhu et al. (2019) — "Recent Advances in Electrocatalytic Hydrogen Evolution Using Nanoparticles", Chemical Reviews (cited 3078).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Electrocatalysis Hydrogen 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