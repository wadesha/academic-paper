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Knowledge Distillation Model Compression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Knowledge Distillation Model Compression.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Gou et al. (2021) — "Knowledge Distillation: A Survey", International Journal of Computer Vision (cited 3575).</a:t>
            </a:r>
          </a:p>
          <a:p>
            <a:pPr>
              <a:defRPr sz="1600"/>
            </a:pPr>
            <a:r>
              <a:t>Cheng et al. (2017) — "A Survey of Model Compression and Acceleration for Deep Neural Networks", arXiv (Cornell University) (cited 886).</a:t>
            </a:r>
          </a:p>
          <a:p>
            <a:pPr>
              <a:defRPr sz="1600"/>
            </a:pPr>
            <a:r>
              <a:t>Wang et al. (2021) — "Knowledge Distillation and Student-Teacher Learning for Visual Intelligence: A Review and New Outlooks", IEEE Transactions on Pattern Analysis and Machine Intelligence (cited 714).</a:t>
            </a:r>
          </a:p>
          <a:p>
            <a:pPr>
              <a:defRPr sz="1600"/>
            </a:pPr>
            <a:r>
              <a:t>Chen et al. (2017) — "Learning efficient object detection models with knowledge distillation" (cited 680).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Knowledge Distillation Model Compression.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