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Remote Sensing Land Surface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Earth Sciences — Geology &amp; Geophysics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Remote Sensing Land Surface.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Hijmans et al. (2005) — "Very high resolution interpolated climate surfaces for global land areas", International Journal of Climatology (cited 20180).</a:t>
            </a:r>
          </a:p>
          <a:p>
            <a:pPr>
              <a:defRPr sz="1600"/>
            </a:pPr>
            <a:r>
              <a:t>Friedl et al. (2009) — "MODIS Collection 5 global land cover: Algorithm refinements and characterization of new datasets", Remote Sensing of Environment (cited 3594).</a:t>
            </a:r>
          </a:p>
          <a:p>
            <a:pPr>
              <a:defRPr sz="1600"/>
            </a:pPr>
            <a:r>
              <a:t>Lu et al. (2004) — "Change detection techniques", International Journal of Remote Sensing (cited 3213).</a:t>
            </a:r>
          </a:p>
          <a:p>
            <a:pPr>
              <a:defRPr sz="1600"/>
            </a:pPr>
            <a:r>
              <a:t>Vermote et al. (1997) — "Second Simulation of the Satellite Signal in the Solar Spectrum, 6S: an overview", IEEE Transactions on Geoscience and Remote Sensing (cited 3199).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Remote Sensing Land Surface.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