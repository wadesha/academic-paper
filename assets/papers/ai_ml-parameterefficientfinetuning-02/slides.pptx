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Parameter Efficient Fine Tuning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Parameter Efficient Fine Tuning.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Kang et al. (2019) — "MetaBAT 2: an adaptive binning algorithm for robust and efficient genome reconstruction from metagenome assemblies", PeerJ (cited 3998).</a:t>
            </a:r>
          </a:p>
          <a:p>
            <a:pPr>
              <a:defRPr sz="1600"/>
            </a:pPr>
            <a:r>
              <a:t>Vanholme et al. (2010) — "Lignin Biosynthesis and Structure", PLANT PHYSIOLOGY (cited 2626).</a:t>
            </a:r>
          </a:p>
          <a:p>
            <a:pPr>
              <a:defRPr sz="1600"/>
            </a:pPr>
            <a:r>
              <a:t>Molchanov et al. (2016) — "Pruning Convolutional Neural Networks for Resource Efficient Inference", arXiv (Cornell University) (cited 1208).</a:t>
            </a:r>
          </a:p>
          <a:p>
            <a:pPr>
              <a:defRPr sz="1600"/>
            </a:pPr>
            <a:r>
              <a:t>Wu et al. (2018) — "A Light CNN for Deep Face Representation With Noisy Labels", IEEE Transactions on Information Forensics and Security (cited 1154).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Parameter Efficient Fine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