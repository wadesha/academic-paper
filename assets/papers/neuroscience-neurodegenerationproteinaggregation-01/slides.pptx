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Neurodegeneration Protein Aggregation: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Neurodegeneration Protein Aggregation.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Haass et al. (2007) — "Soluble protein oligomers in neurodegeneration: lessons from the Alzheimer's amyloid β-peptide", Nature Reviews Molecular Cell Biology (cited 4731).</a:t>
            </a:r>
          </a:p>
          <a:p>
            <a:pPr>
              <a:defRPr sz="1600"/>
            </a:pPr>
            <a:r>
              <a:t>Wang et al. (2015) — "Tau in physiology and pathology", Nature reviews. Neuroscience (cited 2240).</a:t>
            </a:r>
          </a:p>
          <a:p>
            <a:pPr>
              <a:defRPr sz="1600"/>
            </a:pPr>
            <a:r>
              <a:t>Jarrett et al. (1993) — "Seeding “one-dimensional crystallization” of amyloid: A pathogenic mechanism in Alzheimer's disease and scrapie?", Cell (cited 2177).</a:t>
            </a:r>
          </a:p>
          <a:p>
            <a:pPr>
              <a:defRPr sz="1600"/>
            </a:pPr>
            <a:r>
              <a:t>Kopito (2000) — "Aggresomes, inclusion bodies and protein aggregation", Trends in Cell Biology (cited 1922).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Neurodegeneration Protein Aggregation.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