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Developmental Biology Morphogenesis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Developmental Biology Morphogenesis.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Lütolf et al. (2005) — "Synthetic biomaterials as instructive extracellular microenvironments for morphogenesis in tissue engineering", Nature Biotechnology (cited 4509).</a:t>
            </a:r>
          </a:p>
          <a:p>
            <a:pPr>
              <a:defRPr sz="1600"/>
            </a:pPr>
            <a:r>
              <a:t>Armulik et al. (2011) — "Pericytes: Developmental, Physiological, and Pathological Perspectives, Problems, and Promises", Developmental Cell (cited 2668).</a:t>
            </a:r>
          </a:p>
          <a:p>
            <a:pPr>
              <a:defRPr sz="1600"/>
            </a:pPr>
            <a:r>
              <a:t>Chawla et al. (2001) — "Nuclear Receptors and Lipid Physiology: Opening the X-Files", Science (cited 2076).</a:t>
            </a:r>
          </a:p>
          <a:p>
            <a:pPr>
              <a:defRPr sz="1600"/>
            </a:pPr>
            <a:r>
              <a:t>Beenken et al. (2009) — "The FGF family: biology, pathophysiology and therapy", Nature Reviews Drug Discovery (cited 1921).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Developmental Biology Morphogenesis.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