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Zero Trust Network Architecture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Zero Trust Network Architecture.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Brown et al. (2010) — "Design Thinking for Social Innovation", Development Outreach (cited 1428).</a:t>
            </a:r>
          </a:p>
          <a:p>
            <a:pPr>
              <a:defRPr sz="1600"/>
            </a:pPr>
            <a:r>
              <a:t>He et al. (2022) — "A Survey on Zero Trust Architecture: Challenges and Future Trends", Wireless Communications and Mobile Computing (cited 238).</a:t>
            </a:r>
          </a:p>
          <a:p>
            <a:pPr>
              <a:defRPr sz="1600"/>
            </a:pPr>
            <a:r>
              <a:t>Buck et al. (2021) — "Never trust, always verify: A multivocal literature review on current knowledge and research gaps of zero-trust", Computers &amp; Security (cited 221).</a:t>
            </a:r>
          </a:p>
          <a:p>
            <a:pPr>
              <a:defRPr sz="1600"/>
            </a:pPr>
            <a:r>
              <a:t>Chen et al. (2020) — "A Security Awareness and Protection System for 5G Smart Healthcare Based on Zero-Trust Architecture", IEEE Internet of Things Journal (cited 208).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Zero Trust Network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