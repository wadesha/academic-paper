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Single Cell Rna Sequencing Analysis: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Single Cell Rna Sequencing Analysis.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Prior work (1990) — "PCR protocols — A guide to methods and applications", Trends in Genetics (cited 11865).</a:t>
            </a:r>
          </a:p>
          <a:p>
            <a:pPr>
              <a:defRPr sz="1600"/>
            </a:pPr>
            <a:r>
              <a:t>Jin et al. (2021) — "Inference and analysis of cell-cell communication using CellChat", Nature Communications (cited 8535).</a:t>
            </a:r>
          </a:p>
          <a:p>
            <a:pPr>
              <a:defRPr sz="1600"/>
            </a:pPr>
            <a:r>
              <a:t>Becht et al. (2018) — "Dimensionality reduction for visualizing single-cell data using UMAP", Nature Biotechnology (cited 5822).</a:t>
            </a:r>
          </a:p>
          <a:p>
            <a:pPr>
              <a:defRPr sz="1600"/>
            </a:pPr>
            <a:r>
              <a:t>Tang et al. (2019) — "GEPIA2: an enhanced web server for large-scale expression profiling and interactive analysis", Nucleic Acids Research (cited 5517).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Single Cell Rna Sequencing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