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Heterogeneous Catalysis Reaction Mechanism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Chemistry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Heterogeneous Catalysis Reaction Mechanism.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Ertl (2008) — "Handbook of Heterogeneous Catalysis" (cited 5528).</a:t>
            </a:r>
          </a:p>
          <a:p>
            <a:pPr>
              <a:defRPr sz="1600"/>
            </a:pPr>
            <a:r>
              <a:t>Deng et al. (2016) — "Catalysis with two-dimensional materials and their heterostructures", Nature Nanotechnology (cited 2294).</a:t>
            </a:r>
          </a:p>
          <a:p>
            <a:pPr>
              <a:defRPr sz="1600"/>
            </a:pPr>
            <a:r>
              <a:t>Francke et al. (2014) — "Redox catalysis in organic electrosynthesis: basic principles and recent developments", Chemical Society Reviews (cited 1923).</a:t>
            </a:r>
          </a:p>
          <a:p>
            <a:pPr>
              <a:defRPr sz="1600"/>
            </a:pPr>
            <a:r>
              <a:t>Hwang et al. (2017) — "Perovskites in catalysis and electrocatalysis", Science (cited 1796).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Heterogeneous Catalysis Reaction Mechanism.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