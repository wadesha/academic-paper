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Vision Language Model Pretraining: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Vision Language Model Pretraining.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Lu et al. (2019) — "ViLBERT: Pretraining Task-Agnostic Visiolinguistic Representations for Vision-and-Language Tasks", arXiv (Cornell University) (cited 1676).</a:t>
            </a:r>
          </a:p>
          <a:p>
            <a:pPr>
              <a:defRPr sz="1600"/>
            </a:pPr>
            <a:r>
              <a:t>Jean-Baptiste et al. (2022) — "Flamingo: a Visual Language Model for Few-Shot Learning", arXiv (Cornell University) (cited 1248).</a:t>
            </a:r>
          </a:p>
          <a:p>
            <a:pPr>
              <a:defRPr sz="1600"/>
            </a:pPr>
            <a:r>
              <a:t>Kong et al. (2020) — "PANNs: Large-Scale Pretrained Audio Neural Networks for Audio Pattern Recognition", IEEE/ACM Transactions on Audio Speech and Language Processing (cited 1165).</a:t>
            </a:r>
          </a:p>
          <a:p>
            <a:pPr>
              <a:defRPr sz="1600"/>
            </a:pPr>
            <a:r>
              <a:t>Cui et al. (2024) — "scGPT: toward building a foundation model for single-cell multi-omics using generative AI", Nature Methods (cited 1134).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Vision Language Model Pretraining.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