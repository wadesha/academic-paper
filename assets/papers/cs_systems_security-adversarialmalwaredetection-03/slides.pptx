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Adversarial Malware Detection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Systems, Networks &amp; Security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Adversarial Malware Detection.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Biggio et al. (2013) — "Evasion attacks against machine learning at test time" (cited 1636).</a:t>
            </a:r>
          </a:p>
          <a:p>
            <a:pPr>
              <a:defRPr sz="1600"/>
            </a:pPr>
            <a:r>
              <a:t>Grosse et al. (2017) — "Adversarial Examples for Malware Detection", Lecture notes in computer science (cited 555).</a:t>
            </a:r>
          </a:p>
          <a:p>
            <a:pPr>
              <a:defRPr sz="1600"/>
            </a:pPr>
            <a:r>
              <a:t>Luis et al. (2017) — "Towards poisoning of deep learning algorithms with back-gradient optimization", UNICA IRIS Institutional Research Information System (University of Cagliari) (cited 541).</a:t>
            </a:r>
          </a:p>
          <a:p>
            <a:pPr>
              <a:defRPr sz="1600"/>
            </a:pPr>
            <a:r>
              <a:t>Grosse et al. (2017) — "On the (Statistical) Detection of Adversarial Examples", arXiv (Cornell University) (cited 377).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Adversarial Malware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