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Photocatalysis Water Splitting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Photocatalysis Water Splitting.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Linic et al. (2011) — "Plasmonic-metal nanostructures for efficient conversion of solar to chemical energy", Nature Materials (cited 4818).</a:t>
            </a:r>
          </a:p>
          <a:p>
            <a:pPr>
              <a:defRPr sz="1600"/>
            </a:pPr>
            <a:r>
              <a:t>Ni et al. (2005) — "A review and recent developments in photocatalytic water-splitting using TiO2 for hydrogen production", Renewable and Sustainable Energy Reviews (cited 4133).</a:t>
            </a:r>
          </a:p>
          <a:p>
            <a:pPr>
              <a:defRPr sz="1600"/>
            </a:pPr>
            <a:r>
              <a:t>Cao et al. (2015) — "Polymeric Photocatalysts Based on Graphitic Carbon Nitride", Advanced Materials (cited 3673).</a:t>
            </a:r>
          </a:p>
          <a:p>
            <a:pPr>
              <a:defRPr sz="1600"/>
            </a:pPr>
            <a:r>
              <a:t>Wen et al. (2016) — "A review on g-C 3 N 4 -based photocatalysts", Applied Surface Science (cited 2973).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Photocatalysis Water Splitting.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