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Single Atom Catalyst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Single Atom Catalyst.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Qiao et al. (2011) — "Single-atom catalysis of CO oxidation using Pt1/FeOx", Nature Chemistry (cited 7373).</a:t>
            </a:r>
          </a:p>
          <a:p>
            <a:pPr>
              <a:defRPr sz="1600"/>
            </a:pPr>
            <a:r>
              <a:t>Yang et al. (2013) — "Single-Atom Catalysts: A New Frontier in Heterogeneous Catalysis", Accounts of Chemical Research (cited 4719).</a:t>
            </a:r>
          </a:p>
          <a:p>
            <a:pPr>
              <a:defRPr sz="1600"/>
            </a:pPr>
            <a:r>
              <a:t>Liu et al. (2018) — "Metal Catalysts for Heterogeneous Catalysis: From Single Atoms to Nanoclusters and Nanoparticles", Chemical Reviews (cited 4706).</a:t>
            </a:r>
          </a:p>
          <a:p>
            <a:pPr>
              <a:defRPr sz="1600"/>
            </a:pPr>
            <a:r>
              <a:t>Wang et al. (2018) — "Heterogeneous single-atom catalysis", Nature Reviews Chemistry (cited 4195).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Single Atom Catalyst.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