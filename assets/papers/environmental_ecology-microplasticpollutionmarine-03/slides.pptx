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Scalable Microplastic Pollution Marine for Large-Scale Settings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Environmental Science &amp; Ecology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Microplastic Pollution Marine.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Andrady (2011) — "Microplastics in the marine environment", Marine Pollution Bulletin (cited 7914).</a:t>
            </a:r>
          </a:p>
          <a:p>
            <a:pPr>
              <a:defRPr sz="1600"/>
            </a:pPr>
            <a:r>
              <a:t>Eriksen et al. (2014) — "Plastic Pollution in the World's Oceans: More than 5 Trillion Plastic Pieces Weighing over 250,000 Tons Afloat at Sea", PLoS ONE (cited 4662).</a:t>
            </a:r>
          </a:p>
          <a:p>
            <a:pPr>
              <a:defRPr sz="1600"/>
            </a:pPr>
            <a:r>
              <a:t>Horton et al. (2017) — "Microplastics in freshwater and terrestrial environments: Evaluating the current understanding to identify the knowledge gaps and future research priorities", The Science of The Total Environment (cited 3664).</a:t>
            </a:r>
          </a:p>
          <a:p>
            <a:pPr>
              <a:defRPr sz="1600"/>
            </a:pPr>
            <a:r>
              <a:t>Reid et al. (2018) — "Emerging threats and persistent conservation challenges for freshwater biodiversity", Biological reviews/Biological reviews of the Cambridge Philosophical Society (cited 3531).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decompose the problem across shards with a communication-efficient aggregation rule that keeps overhead sublinear in scale.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Microplastic Pollution Marine.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