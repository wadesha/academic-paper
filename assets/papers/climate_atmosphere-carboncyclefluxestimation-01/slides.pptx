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Carbon Cycle Flux Estimation: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Carbon Cycle Flux Estimation.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Haywood et al. (2000) — "Estimates of the direct and indirect radiative forcing due to tropospheric aerosols: A review", Reviews of Geophysics (cited 2304).</a:t>
            </a:r>
          </a:p>
          <a:p>
            <a:pPr>
              <a:defRPr sz="1600"/>
            </a:pPr>
            <a:r>
              <a:t>Prior work (2018) — "Handbook of Methods in Aquatic Microbial Ecology" (cited 1452).</a:t>
            </a:r>
          </a:p>
          <a:p>
            <a:pPr>
              <a:defRPr sz="1600"/>
            </a:pPr>
            <a:r>
              <a:t>Saunois et al. (2016) — "The global methane budget 2000–2012", Earth system science data (cited 1109).</a:t>
            </a:r>
          </a:p>
          <a:p>
            <a:pPr>
              <a:defRPr sz="1600"/>
            </a:pPr>
            <a:r>
              <a:t>Litton et al. (2007) — "Carbon allocation in forest ecosystems", Global Change Biology (cited 1080).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Carbon Cycle Flux Estimation.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