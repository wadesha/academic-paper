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Crispr Gene Editing Off Target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Crispr Gene Editing Off Target.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Ran et al. (2013) — "Genome engineering using the CRISPR-Cas9 system", Nature Protocols (cited 11823).</a:t>
            </a:r>
          </a:p>
          <a:p>
            <a:pPr>
              <a:defRPr sz="1600"/>
            </a:pPr>
            <a:r>
              <a:t>Komor et al. (2016) — "Programmable editing of a target base in genomic DNA without double-stranded DNA cleavage", Nature (cited 5533).</a:t>
            </a:r>
          </a:p>
          <a:p>
            <a:pPr>
              <a:defRPr sz="1600"/>
            </a:pPr>
            <a:r>
              <a:t>Ran et al. (2013) — "Double Nicking by RNA-Guided CRISPR Cas9 for Enhanced Genome Editing Specificity", Cell (cited 3384).</a:t>
            </a:r>
          </a:p>
          <a:p>
            <a:pPr>
              <a:defRPr sz="1600"/>
            </a:pPr>
            <a:r>
              <a:t>Kleinstiver et al. (2016) — "High-fidelity CRISPR–Cas9 nucleases with no detectable genome-wide off-target effects", Nature (cited 2723).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Crispr Gene Editing Off Target.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