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Differential Privacy Systems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Differential Privacy Systems.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Schmeidler (1969) — "The Nucleolus of a Characteristic Function Game", SIAM Journal on Applied Mathematics (cited 1899).</a:t>
            </a:r>
          </a:p>
          <a:p>
            <a:pPr>
              <a:defRPr sz="1600"/>
            </a:pPr>
            <a:r>
              <a:t>Truex et al. (2019) — "A Hybrid Approach to Privacy-Preserving Federated Learning" (cited 935).</a:t>
            </a:r>
          </a:p>
          <a:p>
            <a:pPr>
              <a:defRPr sz="1600"/>
            </a:pPr>
            <a:r>
              <a:t>Küpper (2005) — "Location‐Based Services" (cited 775).</a:t>
            </a:r>
          </a:p>
          <a:p>
            <a:pPr>
              <a:defRPr sz="1600"/>
            </a:pPr>
            <a:r>
              <a:t>Datta et al. (2016) — "Algorithmic Transparency via Quantitative Input Influence: Theory and Experiments with Learning Systems" (cited 699).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Differential Privacy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