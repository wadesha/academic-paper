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Paleoclimate Proxy Reconstruction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Paleoclimate Proxy Reconstruction.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Bowen et al. (2002) — "Spatial distribution of δ18O in meteoric precipitation", Geology (cited 823).</a:t>
            </a:r>
          </a:p>
          <a:p>
            <a:pPr>
              <a:defRPr sz="1600"/>
            </a:pPr>
            <a:r>
              <a:t>Maher (1998) — "Magnetic properties of modern soils and Quaternary loessic paleosols: paleoclimatic implications", Palaeogeography Palaeoclimatology Palaeoecology (cited 768).</a:t>
            </a:r>
          </a:p>
          <a:p>
            <a:pPr>
              <a:defRPr sz="1600"/>
            </a:pPr>
            <a:r>
              <a:t>Cook et al. (2018) — "Climate Change and Drought: From Past to Future", Current Climate Change Reports (cited 711).</a:t>
            </a:r>
          </a:p>
          <a:p>
            <a:pPr>
              <a:defRPr sz="1600"/>
            </a:pPr>
            <a:r>
              <a:t>Taylor et al. (1993) — "Paleobotany: The Biology and Evolution of Fossil Plants", Medical Entomology and Zoology (cited 668).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Paleoclimate Proxy Reconstruction.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