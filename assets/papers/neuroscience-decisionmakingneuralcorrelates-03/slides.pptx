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Decision Making Neural Correlates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Decision Making Neural Correlates.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Craig (2008) — "How do you feel — now? The anterior insula and human awareness", Nature reviews. Neuroscience (cited 6725).</a:t>
            </a:r>
          </a:p>
          <a:p>
            <a:pPr>
              <a:defRPr sz="1600"/>
            </a:pPr>
            <a:r>
              <a:t>Bollen et al. (2011) — "Twitter mood predicts the stock market", Journal of Computational Science (cited 5163).</a:t>
            </a:r>
          </a:p>
          <a:p>
            <a:pPr>
              <a:defRPr sz="1600"/>
            </a:pPr>
            <a:r>
              <a:t>Bartra et al. (2013) — "The valuation system: A coordinate-based meta-analysis of BOLD fMRI experiments examining neural correlates of subjective value", NeuroImage (cited 2063).</a:t>
            </a:r>
          </a:p>
          <a:p>
            <a:pPr>
              <a:defRPr sz="1600"/>
            </a:pPr>
            <a:r>
              <a:t>Kable et al. (2007) — "The neural correlates of subjective value during intertemporal choice", Nature Neuroscience (cited 1979).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Decision Making Neural Correlates.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