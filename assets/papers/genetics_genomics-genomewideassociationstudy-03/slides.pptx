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Genome Wide Association Study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Genome Wide Association Study.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Dunham et al. (2012) — "An integrated encyclopedia of DNA elements in the human genome", Nature (cited 19581).</a:t>
            </a:r>
          </a:p>
          <a:p>
            <a:pPr>
              <a:defRPr sz="1600"/>
            </a:pPr>
            <a:r>
              <a:t>Chang et al. (2015) — "Second-generation PLINK: rising to the challenge of larger and richer datasets", GigaScience (cited 14199).</a:t>
            </a:r>
          </a:p>
          <a:p>
            <a:pPr>
              <a:defRPr sz="1600"/>
            </a:pPr>
            <a:r>
              <a:t>Price et al. (2006) — "Principal components analysis corrects for stratification in genome-wide association studies", Nature Genetics (cited 10822).</a:t>
            </a:r>
          </a:p>
          <a:p>
            <a:pPr>
              <a:defRPr sz="1600"/>
            </a:pPr>
            <a:r>
              <a:t>Bowden et al. (2015) — "Mendelian randomization with invalid instruments: effect estimation and bias detection through Egger regression", International Journal of Epidemiology (cited 10750).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Genome Wide Association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