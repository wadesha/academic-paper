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Monsoon Variability Prediction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Monsoon Variability Prediction.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Webster et al. (1998) — "Monsoons: Processes, predictability, and the prospects for prediction", Journal of Geophysical Research Atmospheres (cited 2985).</a:t>
            </a:r>
          </a:p>
          <a:p>
            <a:pPr>
              <a:defRPr sz="1600"/>
            </a:pPr>
            <a:r>
              <a:t>Wheeler et al. (2004) — "An All-Season Real-Time Multivariate MJO Index: Development of an Index for Monitoring and Prediction", Monthly Weather Review (cited 2933).</a:t>
            </a:r>
          </a:p>
          <a:p>
            <a:pPr>
              <a:defRPr sz="1600"/>
            </a:pPr>
            <a:r>
              <a:t>Webster et al. (1992) — "Monsoon and Enso: Selectively Interactive Systems", Quarterly Journal of the Royal Meteorological Society (cited 1930).</a:t>
            </a:r>
          </a:p>
          <a:p>
            <a:pPr>
              <a:defRPr sz="1600"/>
            </a:pPr>
            <a:r>
              <a:t>Norman et al. (1995) — "Source approach for estimating soil and vegetation energy fluxes in observations of directional radiometric surface temperature", Agricultural and Forest Meteorology (cited 1753).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Monsoon Variability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