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Organic Photovoltaic Materials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Organic Photovoltaic Materials.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Burschka et al. (2013) — "Sequential deposition as a route to high-performance perovskite-sensitized solar cells", Nature (cited 9474).</a:t>
            </a:r>
          </a:p>
          <a:p>
            <a:pPr>
              <a:defRPr sz="1600"/>
            </a:pPr>
            <a:r>
              <a:t>Skotheim et al. (1986) — "Handbook of conducting polymers", M. Dekker eBooks (cited 8071).</a:t>
            </a:r>
          </a:p>
          <a:p>
            <a:pPr>
              <a:defRPr sz="1600"/>
            </a:pPr>
            <a:r>
              <a:t>Green et al. (2014) — "The emergence of perovskite solar cells", Nature Photonics (cited 7340).</a:t>
            </a:r>
          </a:p>
          <a:p>
            <a:pPr>
              <a:defRPr sz="1600"/>
            </a:pPr>
            <a:r>
              <a:t>Xing et al. (2013) — "Long-Range Balanced Electron- and Hole-Transport Lengths in Organic-Inorganic CH &lt;sub&gt;3&lt;/sub&gt; NH &lt;sub&gt;3&lt;/sub&gt; PbI &lt;sub&gt;3&lt;/sub&gt;", Science (cited 6786).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Organic Photovoltaic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