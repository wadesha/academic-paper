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Functional Genomics Screen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Functional Genomics Screen.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Carpenter et al. (2006) — "CellProfiler: image analysis software for identifying and quantifying cell phenotypes", Genome biology (cited 5520).</a:t>
            </a:r>
          </a:p>
          <a:p>
            <a:pPr>
              <a:defRPr sz="1600"/>
            </a:pPr>
            <a:r>
              <a:t>Hasegawa et al. (2000) — "P&lt;scp&gt;LANT&lt;/scp&gt;C&lt;scp&gt;ELLULAR AND&lt;/scp&gt;M&lt;scp&gt;OLECULAR&lt;/scp&gt;R&lt;scp&gt;ESPONSES TO&lt;/scp&gt;H&lt;scp&gt;IGH&lt;/scp&gt;S&lt;scp&gt;ALINITY&lt;/scp&gt;", Annual Review of Plant Physiology and Plant Molecular Biology (cited 4594).</a:t>
            </a:r>
          </a:p>
          <a:p>
            <a:pPr>
              <a:defRPr sz="1600"/>
            </a:pPr>
            <a:r>
              <a:t>Giaever et al. (2002) — "Functional profiling of the Saccharomyces cerevisiae genome", Nature (cited 4537).</a:t>
            </a:r>
          </a:p>
          <a:p>
            <a:pPr>
              <a:defRPr sz="1600"/>
            </a:pPr>
            <a:r>
              <a:t>Redon et al. (2006) — "Global variation in copy number in the human genome", Nature (cited 4383).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Functional Genomics Screen.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