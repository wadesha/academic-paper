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Long Read Sequencing Assembly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Long Read Sequencing Assembly.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 (2018) — "Minimap2: pairwise alignment for nucleotide sequences", Bioinformatics (cited 17224).</a:t>
            </a:r>
          </a:p>
          <a:p>
            <a:pPr>
              <a:defRPr sz="1600"/>
            </a:pPr>
            <a:r>
              <a:t>Magoč et al. (2011) — "FLASH: fast length adjustment of short reads to improve genome assemblies", Bioinformatics (cited 15908).</a:t>
            </a:r>
          </a:p>
          <a:p>
            <a:pPr>
              <a:defRPr sz="1600"/>
            </a:pPr>
            <a:r>
              <a:t>Wick et al. (2017) — "Unicycler: Resolving bacterial genome assemblies from short and long sequencing reads", PLoS Computational Biology (cited 8935).</a:t>
            </a:r>
          </a:p>
          <a:p>
            <a:pPr>
              <a:defRPr sz="1600"/>
            </a:pPr>
            <a:r>
              <a:t>Koren et al. (2017) — "Canu: scalable and accurate long-read assembly via adaptive &lt;i&gt;k&lt;/i&gt; -mer weighting and repeat separation", Genome Research (cited 8269).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Long Read Sequencing Assembly.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