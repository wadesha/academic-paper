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Robust Greenhouse Gas Satellite Retrieval under Distribution Shift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Climate &amp; Atmospheric Science</a:t>
            </a:r>
          </a:p>
          <a:p>
            <a:r>
              <a:t>References real (OpenAlex/arXiv); experiments illustrative.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Focus area: Greenhouse Gas Satellite Retrieval.</a:t>
            </a:r>
          </a:p>
          <a:p>
            <a:pPr>
              <a:defRPr sz="1600"/>
            </a:pPr>
            <a:r>
              <a:t>Targets a concrete gap from recent, real literature.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Work (real literature)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Inness et al. (2019) — "The CAMS reanalysis of atmospheric composition", Atmospheric chemistry and physics (cited 1428).</a:t>
            </a:r>
          </a:p>
          <a:p>
            <a:pPr>
              <a:defRPr sz="1600"/>
            </a:pPr>
            <a:r>
              <a:t>Yokota et al. (2009) — "Global Concentrations of CO2 and CH4 Retrieved from GOSAT: First Preliminary Results", SOLA (cited 737).</a:t>
            </a:r>
          </a:p>
          <a:p>
            <a:pPr>
              <a:defRPr sz="1600"/>
            </a:pPr>
            <a:r>
              <a:t>Joiner et al. (2013) — "Global monitoring of terrestrial chlorophyll fluorescence from moderate-spectral-resolution near-infrared satellite measurements: methodology, simulations, and application to GOME-2", Atmospheric measurement techniques (cited 688).</a:t>
            </a:r>
          </a:p>
          <a:p>
            <a:pPr>
              <a:defRPr sz="1600"/>
            </a:pPr>
            <a:r>
              <a:t>O’Dell et al. (2012) — "The ACOS CO &lt;sub&gt;2&lt;/sub&gt; retrieval algorithm – Part 1: Description and validation against synthetic observations", Atmospheric measurement techniques (cited 662).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We model distribution shift explicitly and optimise a worst-case objective over an uncertainty set of plausible test distributions.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 (Illustrative)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Baseline metric 0.812 (1.00x)</a:t>
            </a:r>
          </a:p>
          <a:p>
            <a:pPr>
              <a:defRPr sz="1600"/>
            </a:pPr>
            <a:r>
              <a:t>Ours metric 0.851 (0.71x efficiency)</a:t>
            </a:r>
          </a:p>
          <a:p>
            <a:pPr>
              <a:defRPr sz="1600"/>
            </a:pPr>
            <a:r>
              <a:t>Metrics simulated to illustrate intent.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600"/>
            </a:pPr>
            <a:r>
              <a:t>A real literature connected to a concrete method for Greenhouse Gas Satellite Retrieval.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