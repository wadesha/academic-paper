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Retrieval Augmented Generation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Retrieval Augmented Generation.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Lewis et al. (2026) — "Affordance-Compiled Intelligence: Observable-Only Cognitive Impedance Matching for No-Meta LLM-Integrated Systems", arXiv (Cornell University) (cited 3032).</a:t>
            </a:r>
          </a:p>
          <a:p>
            <a:pPr>
              <a:defRPr sz="1600"/>
            </a:pPr>
            <a:r>
              <a:t>Payal et al. (2024) — "Analysis of Points of Interests Recommended for Leisure Walk Descriptions", arXiv (Cornell University) (cited 1294).</a:t>
            </a:r>
          </a:p>
          <a:p>
            <a:pPr>
              <a:defRPr sz="1600"/>
            </a:pPr>
            <a:r>
              <a:t>Gao et al. (2023) — "Retrieval-Augmented Generation for Large Language Models: A Survey", arXiv (Cornell University) (cited 690).</a:t>
            </a:r>
          </a:p>
          <a:p>
            <a:pPr>
              <a:defRPr sz="1600"/>
            </a:pPr>
            <a:r>
              <a:t>Fan et al. (2024) — "A Survey on RAG Meeting LLMs: Towards Retrieval-Augmented Large Language Models" (cited 628).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Retrieval Augmented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