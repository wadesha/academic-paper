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Confidential Computing Enclave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Confidential Computing Enclave.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Arnautov et al. (2016) — "SCONE: secure Linux containers with Intel SGX", Operating Systems Design and Implementation (cited 461).</a:t>
            </a:r>
          </a:p>
          <a:p>
            <a:pPr>
              <a:defRPr sz="1600"/>
            </a:pPr>
            <a:r>
              <a:t>Priebe et al. (2018) — "EnclaveDB: A Secure Database Using SGX" (cited 284).</a:t>
            </a:r>
          </a:p>
          <a:p>
            <a:pPr>
              <a:defRPr sz="1600"/>
            </a:pPr>
            <a:r>
              <a:t>Sinha et al. (2015) — "Moat" (cited 101).</a:t>
            </a:r>
          </a:p>
          <a:p>
            <a:pPr>
              <a:defRPr sz="1600"/>
            </a:pPr>
            <a:r>
              <a:t>Lind et al. (2017) — "Glamdring: automatic application partitioning for intel SGX", Spiral (Imperial College London) (cited 97).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Confidential Computing Enclave.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