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Geomagnetic Field Modeling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Geomagnetic Field Modeling.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Mandelbrot et al. (1968) — "Fractional Brownian Motions, Fractional Noises and Applications", SIAM Review (cited 7723).</a:t>
            </a:r>
          </a:p>
          <a:p>
            <a:pPr>
              <a:defRPr sz="1600"/>
            </a:pPr>
            <a:r>
              <a:t>Gosse et al. (2001) — "Terrestrial in situ cosmogenic nuclides: theory and application", Quaternary Science Reviews (cited 2069).</a:t>
            </a:r>
          </a:p>
          <a:p>
            <a:pPr>
              <a:defRPr sz="1600"/>
            </a:pPr>
            <a:r>
              <a:t>Parker (1955) — "Hydromagnetic Dynamo Models.", The Astrophysical Journal (cited 2019).</a:t>
            </a:r>
          </a:p>
          <a:p>
            <a:pPr>
              <a:defRPr sz="1600"/>
            </a:pPr>
            <a:r>
              <a:t>Thébault et al. (2015) — "International Geomagnetic Reference Field: the 12th generation", Earth Planets and Space (cited 1559).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Geomagnetic Field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