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Metal Organic Framework Gas Storage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Chemistry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Metal Organic Framework Gas Storage.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Furukawa et al. (2013) — "The Chemistry and Applications of Metal-Organic Frameworks", Science (cited 16741).</a:t>
            </a:r>
          </a:p>
          <a:p>
            <a:pPr>
              <a:defRPr sz="1600"/>
            </a:pPr>
            <a:r>
              <a:t>Li et al. (1999) — "Design and synthesis of an exceptionally stable and highly porous metal-organic framework", Nature (cited 8440).</a:t>
            </a:r>
          </a:p>
          <a:p>
            <a:pPr>
              <a:defRPr sz="1600"/>
            </a:pPr>
            <a:r>
              <a:t>Hafizovic et al. (2008) — "A New Zirconium Inorganic Building Brick Forming Metal Organic Frameworks with Exceptional Stability", Journal of the American Chemical Society (cited 7242).</a:t>
            </a:r>
          </a:p>
          <a:p>
            <a:pPr>
              <a:defRPr sz="1600"/>
            </a:pPr>
            <a:r>
              <a:t>D’Alessandro et al. (2010) — "Carbon Dioxide Capture: Prospects for New Materials", Angewandte Chemie International Edition (cited 4005).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Metal Organic Framework Gas Storage.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