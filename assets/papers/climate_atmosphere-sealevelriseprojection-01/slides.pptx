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Sea Level Rise Projection: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Sea Level Rise Projection.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Neumann et al. (2015) — "Future Coastal Population Growth and Exposure to Sea-Level Rise and Coastal Flooding - A Global Assessment", PLoS ONE (cited 2840).</a:t>
            </a:r>
          </a:p>
          <a:p>
            <a:pPr>
              <a:defRPr sz="1600"/>
            </a:pPr>
            <a:r>
              <a:t>DeConto et al. (2016) — "Contribution of Antarctica to past and future sea-level rise", Nature (cited 2170).</a:t>
            </a:r>
          </a:p>
          <a:p>
            <a:pPr>
              <a:defRPr sz="1600"/>
            </a:pPr>
            <a:r>
              <a:t>Church et al. (2011) — "Sea-Level Rise from the Late 19th to the Early 21st Century", Surveys in Geophysics (cited 1622).</a:t>
            </a:r>
          </a:p>
          <a:p>
            <a:pPr>
              <a:defRPr sz="1600"/>
            </a:pPr>
            <a:r>
              <a:t>Church et al. (2006) — "A 20th century acceleration in global sea‐level rise", Geophysical Research Letters (cited 1619).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Sea Level Rise Projection.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