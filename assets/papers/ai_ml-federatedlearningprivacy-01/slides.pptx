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Federated Learning Privacy: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Federated Learning Privacy.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Yang et al. (2019) — "Federated Machine Learning", ACM Transactions on Intelligent Systems and Technology (cited 6001).</a:t>
            </a:r>
          </a:p>
          <a:p>
            <a:pPr>
              <a:defRPr sz="1600"/>
            </a:pPr>
            <a:r>
              <a:t>McMahan et al. (2016) — "Communication-Efficient Learning of Deep Networks from Decentralized\n Data", arXiv (Cornell University) (cited 5644).</a:t>
            </a:r>
          </a:p>
          <a:p>
            <a:pPr>
              <a:defRPr sz="1600"/>
            </a:pPr>
            <a:r>
              <a:t>McMahan et al. (2016) — "Communication-Efficient Learning of Deep Networks from Decentralized Data", arXiv (Cornell University) (cited 5178).</a:t>
            </a:r>
          </a:p>
          <a:p>
            <a:pPr>
              <a:defRPr sz="1600"/>
            </a:pPr>
            <a:r>
              <a:t>Kairouz et al. (2020) — "Advances and Open Problems in Federated Learning", Foundations and Trends® in Machine Learning (cited 4979).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Federated Learning Privacy.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