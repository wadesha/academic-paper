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Functional Mri Connectivity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Functional Mri Connectivity.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Biswal et al. (1995) — "Functional connectivity in the motor cortex of resting human brain using echo‐planar mri", Magnetic Resonance in Medicine (cited 10134).</a:t>
            </a:r>
          </a:p>
          <a:p>
            <a:pPr>
              <a:defRPr sz="1600"/>
            </a:pPr>
            <a:r>
              <a:t>Yeo et al. (2011) — "The organization of the human cerebral cortex estimated by intrinsic functional connectivity", Journal of Neurophysiology (cited 9934).</a:t>
            </a:r>
          </a:p>
          <a:p>
            <a:pPr>
              <a:defRPr sz="1600"/>
            </a:pPr>
            <a:r>
              <a:t>Buckner et al. (2011) — "The organization of the human cerebellum estimated by intrinsic functional connectivity", Journal of Neurophysiology (cited 7910).</a:t>
            </a:r>
          </a:p>
          <a:p>
            <a:pPr>
              <a:defRPr sz="1600"/>
            </a:pPr>
            <a:r>
              <a:t>Power et al. (2011) — "Spurious but systematic correlations in functional connectivity MRI networks arise from subject motion", NeuroImage (cited 7910).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Functional Mri Connectivity.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