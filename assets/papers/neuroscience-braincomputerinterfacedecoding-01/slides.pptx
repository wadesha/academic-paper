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Brain Computer Interface Decoding: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Brain Computer Interface Decoding.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Hochberg et al. (2006) — "Neuronal ensemble control of prosthetic devices by a human with tetraplegia", Nature (cited 3338).</a:t>
            </a:r>
          </a:p>
          <a:p>
            <a:pPr>
              <a:defRPr sz="1600"/>
            </a:pPr>
            <a:r>
              <a:t>Hochberg et al. (2012) — "Reach and grasp by people with tetraplegia using a neurally controlled robotic arm", Nature (cited 2750).</a:t>
            </a:r>
          </a:p>
          <a:p>
            <a:pPr>
              <a:defRPr sz="1600"/>
            </a:pPr>
            <a:r>
              <a:t>Epanechnikov (1969) — "Non-Parametric Estimation of a Multivariate Probability Density", Theory of Probability and Its Applications (cited 1838).</a:t>
            </a:r>
          </a:p>
          <a:p>
            <a:pPr>
              <a:defRPr sz="1600"/>
            </a:pPr>
            <a:r>
              <a:t>Willett et al. (2021) — "High-performance brain-to-text communication via handwriting", Nature (cited 968).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Brain Computer Interface Decoding.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