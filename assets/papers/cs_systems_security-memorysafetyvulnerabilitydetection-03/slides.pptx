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Memory Safety Vulnerability Detection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Memory Safety Vulnerability Detection.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McCrory et al. (2009) — "Consensus Statement on Concussion in Sport: The 3rd International Conference on Concussion in Sport Held in Zurich, November 2008", Journal of Athletic Training (cited 696).</a:t>
            </a:r>
          </a:p>
          <a:p>
            <a:pPr>
              <a:defRPr sz="1600"/>
            </a:pPr>
            <a:r>
              <a:t>McCrory et al. (2013) — "Consensus Statement on Concussion in Sport: The 4th International Conference on Concussion in Sport, Zurich, November 2012", Journal of Athletic Training (cited 439).</a:t>
            </a:r>
          </a:p>
          <a:p>
            <a:pPr>
              <a:defRPr sz="1600"/>
            </a:pPr>
            <a:r>
              <a:t>Shen et al. (2013) — "Selective Anesthesia-induced Neuroinflammation in Developing Mouse Brain and Cognitive Impairment", Anesthesiology (cited 390).</a:t>
            </a:r>
          </a:p>
          <a:p>
            <a:pPr>
              <a:defRPr sz="1600"/>
            </a:pPr>
            <a:r>
              <a:t>Ashraf et al. (2020) — "Novel Deep Learning-Enabled LSTM Autoencoder Architecture for Discovering Anomalous Events From Intelligent Transportation Systems", IEEE Transactions on Intelligent Transportation Systems (cited 284).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Memory Safety Vulnerability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